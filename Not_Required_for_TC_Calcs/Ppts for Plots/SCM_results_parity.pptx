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19669125" cy="98393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468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8641" y="1610279"/>
            <a:ext cx="14751844" cy="3425543"/>
          </a:xfrm>
        </p:spPr>
        <p:txBody>
          <a:bodyPr anchor="b"/>
          <a:lstStyle>
            <a:lvl1pPr algn="ctr">
              <a:defRPr sz="86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8641" y="5167924"/>
            <a:ext cx="14751844" cy="2375559"/>
          </a:xfrm>
        </p:spPr>
        <p:txBody>
          <a:bodyPr/>
          <a:lstStyle>
            <a:lvl1pPr marL="0" indent="0" algn="ctr">
              <a:buNone/>
              <a:defRPr sz="3443"/>
            </a:lvl1pPr>
            <a:lvl2pPr marL="655945" indent="0" algn="ctr">
              <a:buNone/>
              <a:defRPr sz="2869"/>
            </a:lvl2pPr>
            <a:lvl3pPr marL="1311890" indent="0" algn="ctr">
              <a:buNone/>
              <a:defRPr sz="2582"/>
            </a:lvl3pPr>
            <a:lvl4pPr marL="1967835" indent="0" algn="ctr">
              <a:buNone/>
              <a:defRPr sz="2296"/>
            </a:lvl4pPr>
            <a:lvl5pPr marL="2623779" indent="0" algn="ctr">
              <a:buNone/>
              <a:defRPr sz="2296"/>
            </a:lvl5pPr>
            <a:lvl6pPr marL="3279724" indent="0" algn="ctr">
              <a:buNone/>
              <a:defRPr sz="2296"/>
            </a:lvl6pPr>
            <a:lvl7pPr marL="3935669" indent="0" algn="ctr">
              <a:buNone/>
              <a:defRPr sz="2296"/>
            </a:lvl7pPr>
            <a:lvl8pPr marL="4591614" indent="0" algn="ctr">
              <a:buNone/>
              <a:defRPr sz="2296"/>
            </a:lvl8pPr>
            <a:lvl9pPr marL="5247559" indent="0" algn="ctr">
              <a:buNone/>
              <a:defRPr sz="22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32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17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008" y="2453000"/>
            <a:ext cx="16964620" cy="4092885"/>
          </a:xfrm>
        </p:spPr>
        <p:txBody>
          <a:bodyPr anchor="b"/>
          <a:lstStyle>
            <a:lvl1pPr>
              <a:defRPr sz="86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2008" y="6584605"/>
            <a:ext cx="16964620" cy="2152352"/>
          </a:xfrm>
        </p:spPr>
        <p:txBody>
          <a:bodyPr/>
          <a:lstStyle>
            <a:lvl1pPr marL="0" indent="0">
              <a:buNone/>
              <a:defRPr sz="3443">
                <a:solidFill>
                  <a:schemeClr val="tx1">
                    <a:tint val="75000"/>
                  </a:schemeClr>
                </a:solidFill>
              </a:defRPr>
            </a:lvl1pPr>
            <a:lvl2pPr marL="655945" indent="0">
              <a:buNone/>
              <a:defRPr sz="2869">
                <a:solidFill>
                  <a:schemeClr val="tx1">
                    <a:tint val="75000"/>
                  </a:schemeClr>
                </a:solidFill>
              </a:defRPr>
            </a:lvl2pPr>
            <a:lvl3pPr marL="1311890" indent="0">
              <a:buNone/>
              <a:defRPr sz="2582">
                <a:solidFill>
                  <a:schemeClr val="tx1">
                    <a:tint val="75000"/>
                  </a:schemeClr>
                </a:solidFill>
              </a:defRPr>
            </a:lvl3pPr>
            <a:lvl4pPr marL="1967835" indent="0">
              <a:buNone/>
              <a:defRPr sz="2296">
                <a:solidFill>
                  <a:schemeClr val="tx1">
                    <a:tint val="75000"/>
                  </a:schemeClr>
                </a:solidFill>
              </a:defRPr>
            </a:lvl4pPr>
            <a:lvl5pPr marL="2623779" indent="0">
              <a:buNone/>
              <a:defRPr sz="2296">
                <a:solidFill>
                  <a:schemeClr val="tx1">
                    <a:tint val="75000"/>
                  </a:schemeClr>
                </a:solidFill>
              </a:defRPr>
            </a:lvl5pPr>
            <a:lvl6pPr marL="3279724" indent="0">
              <a:buNone/>
              <a:defRPr sz="2296">
                <a:solidFill>
                  <a:schemeClr val="tx1">
                    <a:tint val="75000"/>
                  </a:schemeClr>
                </a:solidFill>
              </a:defRPr>
            </a:lvl6pPr>
            <a:lvl7pPr marL="3935669" indent="0">
              <a:buNone/>
              <a:defRPr sz="2296">
                <a:solidFill>
                  <a:schemeClr val="tx1">
                    <a:tint val="75000"/>
                  </a:schemeClr>
                </a:solidFill>
              </a:defRPr>
            </a:lvl7pPr>
            <a:lvl8pPr marL="4591614" indent="0">
              <a:buNone/>
              <a:defRPr sz="2296">
                <a:solidFill>
                  <a:schemeClr val="tx1">
                    <a:tint val="75000"/>
                  </a:schemeClr>
                </a:solidFill>
              </a:defRPr>
            </a:lvl8pPr>
            <a:lvl9pPr marL="5247559" indent="0">
              <a:buNone/>
              <a:defRPr sz="22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14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52252" y="2619265"/>
            <a:ext cx="8359378" cy="62429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57495" y="2619265"/>
            <a:ext cx="8359378" cy="62429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82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814" y="523854"/>
            <a:ext cx="16964620" cy="19018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4815" y="2412002"/>
            <a:ext cx="8320961" cy="1182085"/>
          </a:xfrm>
        </p:spPr>
        <p:txBody>
          <a:bodyPr anchor="b"/>
          <a:lstStyle>
            <a:lvl1pPr marL="0" indent="0">
              <a:buNone/>
              <a:defRPr sz="3443" b="1"/>
            </a:lvl1pPr>
            <a:lvl2pPr marL="655945" indent="0">
              <a:buNone/>
              <a:defRPr sz="2869" b="1"/>
            </a:lvl2pPr>
            <a:lvl3pPr marL="1311890" indent="0">
              <a:buNone/>
              <a:defRPr sz="2582" b="1"/>
            </a:lvl3pPr>
            <a:lvl4pPr marL="1967835" indent="0">
              <a:buNone/>
              <a:defRPr sz="2296" b="1"/>
            </a:lvl4pPr>
            <a:lvl5pPr marL="2623779" indent="0">
              <a:buNone/>
              <a:defRPr sz="2296" b="1"/>
            </a:lvl5pPr>
            <a:lvl6pPr marL="3279724" indent="0">
              <a:buNone/>
              <a:defRPr sz="2296" b="1"/>
            </a:lvl6pPr>
            <a:lvl7pPr marL="3935669" indent="0">
              <a:buNone/>
              <a:defRPr sz="2296" b="1"/>
            </a:lvl7pPr>
            <a:lvl8pPr marL="4591614" indent="0">
              <a:buNone/>
              <a:defRPr sz="2296" b="1"/>
            </a:lvl8pPr>
            <a:lvl9pPr marL="5247559" indent="0">
              <a:buNone/>
              <a:defRPr sz="2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54815" y="3594087"/>
            <a:ext cx="8320961" cy="5286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957495" y="2412002"/>
            <a:ext cx="8361940" cy="1182085"/>
          </a:xfrm>
        </p:spPr>
        <p:txBody>
          <a:bodyPr anchor="b"/>
          <a:lstStyle>
            <a:lvl1pPr marL="0" indent="0">
              <a:buNone/>
              <a:defRPr sz="3443" b="1"/>
            </a:lvl1pPr>
            <a:lvl2pPr marL="655945" indent="0">
              <a:buNone/>
              <a:defRPr sz="2869" b="1"/>
            </a:lvl2pPr>
            <a:lvl3pPr marL="1311890" indent="0">
              <a:buNone/>
              <a:defRPr sz="2582" b="1"/>
            </a:lvl3pPr>
            <a:lvl4pPr marL="1967835" indent="0">
              <a:buNone/>
              <a:defRPr sz="2296" b="1"/>
            </a:lvl4pPr>
            <a:lvl5pPr marL="2623779" indent="0">
              <a:buNone/>
              <a:defRPr sz="2296" b="1"/>
            </a:lvl5pPr>
            <a:lvl6pPr marL="3279724" indent="0">
              <a:buNone/>
              <a:defRPr sz="2296" b="1"/>
            </a:lvl6pPr>
            <a:lvl7pPr marL="3935669" indent="0">
              <a:buNone/>
              <a:defRPr sz="2296" b="1"/>
            </a:lvl7pPr>
            <a:lvl8pPr marL="4591614" indent="0">
              <a:buNone/>
              <a:defRPr sz="2296" b="1"/>
            </a:lvl8pPr>
            <a:lvl9pPr marL="5247559" indent="0">
              <a:buNone/>
              <a:defRPr sz="2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957495" y="3594087"/>
            <a:ext cx="8361940" cy="5286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065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43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5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815" y="655955"/>
            <a:ext cx="6343804" cy="2295843"/>
          </a:xfrm>
        </p:spPr>
        <p:txBody>
          <a:bodyPr anchor="b"/>
          <a:lstStyle>
            <a:lvl1pPr>
              <a:defRPr sz="45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1940" y="1416681"/>
            <a:ext cx="9957495" cy="6992298"/>
          </a:xfrm>
        </p:spPr>
        <p:txBody>
          <a:bodyPr/>
          <a:lstStyle>
            <a:lvl1pPr>
              <a:defRPr sz="4591"/>
            </a:lvl1pPr>
            <a:lvl2pPr>
              <a:defRPr sz="4017"/>
            </a:lvl2pPr>
            <a:lvl3pPr>
              <a:defRPr sz="3443"/>
            </a:lvl3pPr>
            <a:lvl4pPr>
              <a:defRPr sz="2869"/>
            </a:lvl4pPr>
            <a:lvl5pPr>
              <a:defRPr sz="2869"/>
            </a:lvl5pPr>
            <a:lvl6pPr>
              <a:defRPr sz="2869"/>
            </a:lvl6pPr>
            <a:lvl7pPr>
              <a:defRPr sz="2869"/>
            </a:lvl7pPr>
            <a:lvl8pPr>
              <a:defRPr sz="2869"/>
            </a:lvl8pPr>
            <a:lvl9pPr>
              <a:defRPr sz="286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54815" y="2951798"/>
            <a:ext cx="6343804" cy="5468570"/>
          </a:xfrm>
        </p:spPr>
        <p:txBody>
          <a:bodyPr/>
          <a:lstStyle>
            <a:lvl1pPr marL="0" indent="0">
              <a:buNone/>
              <a:defRPr sz="2296"/>
            </a:lvl1pPr>
            <a:lvl2pPr marL="655945" indent="0">
              <a:buNone/>
              <a:defRPr sz="2009"/>
            </a:lvl2pPr>
            <a:lvl3pPr marL="1311890" indent="0">
              <a:buNone/>
              <a:defRPr sz="1722"/>
            </a:lvl3pPr>
            <a:lvl4pPr marL="1967835" indent="0">
              <a:buNone/>
              <a:defRPr sz="1435"/>
            </a:lvl4pPr>
            <a:lvl5pPr marL="2623779" indent="0">
              <a:buNone/>
              <a:defRPr sz="1435"/>
            </a:lvl5pPr>
            <a:lvl6pPr marL="3279724" indent="0">
              <a:buNone/>
              <a:defRPr sz="1435"/>
            </a:lvl6pPr>
            <a:lvl7pPr marL="3935669" indent="0">
              <a:buNone/>
              <a:defRPr sz="1435"/>
            </a:lvl7pPr>
            <a:lvl8pPr marL="4591614" indent="0">
              <a:buNone/>
              <a:defRPr sz="1435"/>
            </a:lvl8pPr>
            <a:lvl9pPr marL="5247559" indent="0">
              <a:buNone/>
              <a:defRPr sz="143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65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815" y="655955"/>
            <a:ext cx="6343804" cy="2295843"/>
          </a:xfrm>
        </p:spPr>
        <p:txBody>
          <a:bodyPr anchor="b"/>
          <a:lstStyle>
            <a:lvl1pPr>
              <a:defRPr sz="45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61940" y="1416681"/>
            <a:ext cx="9957495" cy="6992298"/>
          </a:xfrm>
        </p:spPr>
        <p:txBody>
          <a:bodyPr anchor="t"/>
          <a:lstStyle>
            <a:lvl1pPr marL="0" indent="0">
              <a:buNone/>
              <a:defRPr sz="4591"/>
            </a:lvl1pPr>
            <a:lvl2pPr marL="655945" indent="0">
              <a:buNone/>
              <a:defRPr sz="4017"/>
            </a:lvl2pPr>
            <a:lvl3pPr marL="1311890" indent="0">
              <a:buNone/>
              <a:defRPr sz="3443"/>
            </a:lvl3pPr>
            <a:lvl4pPr marL="1967835" indent="0">
              <a:buNone/>
              <a:defRPr sz="2869"/>
            </a:lvl4pPr>
            <a:lvl5pPr marL="2623779" indent="0">
              <a:buNone/>
              <a:defRPr sz="2869"/>
            </a:lvl5pPr>
            <a:lvl6pPr marL="3279724" indent="0">
              <a:buNone/>
              <a:defRPr sz="2869"/>
            </a:lvl6pPr>
            <a:lvl7pPr marL="3935669" indent="0">
              <a:buNone/>
              <a:defRPr sz="2869"/>
            </a:lvl7pPr>
            <a:lvl8pPr marL="4591614" indent="0">
              <a:buNone/>
              <a:defRPr sz="2869"/>
            </a:lvl8pPr>
            <a:lvl9pPr marL="5247559" indent="0">
              <a:buNone/>
              <a:defRPr sz="286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54815" y="2951798"/>
            <a:ext cx="6343804" cy="5468570"/>
          </a:xfrm>
        </p:spPr>
        <p:txBody>
          <a:bodyPr/>
          <a:lstStyle>
            <a:lvl1pPr marL="0" indent="0">
              <a:buNone/>
              <a:defRPr sz="2296"/>
            </a:lvl1pPr>
            <a:lvl2pPr marL="655945" indent="0">
              <a:buNone/>
              <a:defRPr sz="2009"/>
            </a:lvl2pPr>
            <a:lvl3pPr marL="1311890" indent="0">
              <a:buNone/>
              <a:defRPr sz="1722"/>
            </a:lvl3pPr>
            <a:lvl4pPr marL="1967835" indent="0">
              <a:buNone/>
              <a:defRPr sz="1435"/>
            </a:lvl4pPr>
            <a:lvl5pPr marL="2623779" indent="0">
              <a:buNone/>
              <a:defRPr sz="1435"/>
            </a:lvl5pPr>
            <a:lvl6pPr marL="3279724" indent="0">
              <a:buNone/>
              <a:defRPr sz="1435"/>
            </a:lvl6pPr>
            <a:lvl7pPr marL="3935669" indent="0">
              <a:buNone/>
              <a:defRPr sz="1435"/>
            </a:lvl7pPr>
            <a:lvl8pPr marL="4591614" indent="0">
              <a:buNone/>
              <a:defRPr sz="1435"/>
            </a:lvl8pPr>
            <a:lvl9pPr marL="5247559" indent="0">
              <a:buNone/>
              <a:defRPr sz="143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921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96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075718" y="523853"/>
            <a:ext cx="4241155" cy="83383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52252" y="523853"/>
            <a:ext cx="12477601" cy="83383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67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52253" y="523854"/>
            <a:ext cx="16964620" cy="1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2253" y="2619265"/>
            <a:ext cx="16964620" cy="62429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52252" y="9119597"/>
            <a:ext cx="4425553" cy="523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15398" y="9119597"/>
            <a:ext cx="6638330" cy="523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891320" y="9119597"/>
            <a:ext cx="4425553" cy="523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179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311890" rtl="0" eaLnBrk="1" latinLnBrk="0" hangingPunct="1">
        <a:lnSpc>
          <a:spcPct val="90000"/>
        </a:lnSpc>
        <a:spcBef>
          <a:spcPct val="0"/>
        </a:spcBef>
        <a:buNone/>
        <a:defRPr sz="63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7972" indent="-327972" algn="l" defTabSz="1311890" rtl="0" eaLnBrk="1" latinLnBrk="0" hangingPunct="1">
        <a:lnSpc>
          <a:spcPct val="90000"/>
        </a:lnSpc>
        <a:spcBef>
          <a:spcPts val="1435"/>
        </a:spcBef>
        <a:buFont typeface="Arial" panose="020B0604020202020204" pitchFamily="34" charset="0"/>
        <a:buChar char="•"/>
        <a:defRPr sz="4017" kern="1200">
          <a:solidFill>
            <a:schemeClr val="tx1"/>
          </a:solidFill>
          <a:latin typeface="+mn-lt"/>
          <a:ea typeface="+mn-ea"/>
          <a:cs typeface="+mn-cs"/>
        </a:defRPr>
      </a:lvl1pPr>
      <a:lvl2pPr marL="983917" indent="-327972" algn="l" defTabSz="1311890" rtl="0" eaLnBrk="1" latinLnBrk="0" hangingPunct="1">
        <a:lnSpc>
          <a:spcPct val="90000"/>
        </a:lnSpc>
        <a:spcBef>
          <a:spcPts val="717"/>
        </a:spcBef>
        <a:buFont typeface="Arial" panose="020B0604020202020204" pitchFamily="34" charset="0"/>
        <a:buChar char="•"/>
        <a:defRPr sz="3443" kern="1200">
          <a:solidFill>
            <a:schemeClr val="tx1"/>
          </a:solidFill>
          <a:latin typeface="+mn-lt"/>
          <a:ea typeface="+mn-ea"/>
          <a:cs typeface="+mn-cs"/>
        </a:defRPr>
      </a:lvl2pPr>
      <a:lvl3pPr marL="1639862" indent="-327972" algn="l" defTabSz="1311890" rtl="0" eaLnBrk="1" latinLnBrk="0" hangingPunct="1">
        <a:lnSpc>
          <a:spcPct val="90000"/>
        </a:lnSpc>
        <a:spcBef>
          <a:spcPts val="717"/>
        </a:spcBef>
        <a:buFont typeface="Arial" panose="020B0604020202020204" pitchFamily="34" charset="0"/>
        <a:buChar char="•"/>
        <a:defRPr sz="2869" kern="1200">
          <a:solidFill>
            <a:schemeClr val="tx1"/>
          </a:solidFill>
          <a:latin typeface="+mn-lt"/>
          <a:ea typeface="+mn-ea"/>
          <a:cs typeface="+mn-cs"/>
        </a:defRPr>
      </a:lvl3pPr>
      <a:lvl4pPr marL="2295807" indent="-327972" algn="l" defTabSz="1311890" rtl="0" eaLnBrk="1" latinLnBrk="0" hangingPunct="1">
        <a:lnSpc>
          <a:spcPct val="90000"/>
        </a:lnSpc>
        <a:spcBef>
          <a:spcPts val="717"/>
        </a:spcBef>
        <a:buFont typeface="Arial" panose="020B0604020202020204" pitchFamily="34" charset="0"/>
        <a:buChar char="•"/>
        <a:defRPr sz="2582" kern="1200">
          <a:solidFill>
            <a:schemeClr val="tx1"/>
          </a:solidFill>
          <a:latin typeface="+mn-lt"/>
          <a:ea typeface="+mn-ea"/>
          <a:cs typeface="+mn-cs"/>
        </a:defRPr>
      </a:lvl4pPr>
      <a:lvl5pPr marL="2951752" indent="-327972" algn="l" defTabSz="1311890" rtl="0" eaLnBrk="1" latinLnBrk="0" hangingPunct="1">
        <a:lnSpc>
          <a:spcPct val="90000"/>
        </a:lnSpc>
        <a:spcBef>
          <a:spcPts val="717"/>
        </a:spcBef>
        <a:buFont typeface="Arial" panose="020B0604020202020204" pitchFamily="34" charset="0"/>
        <a:buChar char="•"/>
        <a:defRPr sz="2582" kern="1200">
          <a:solidFill>
            <a:schemeClr val="tx1"/>
          </a:solidFill>
          <a:latin typeface="+mn-lt"/>
          <a:ea typeface="+mn-ea"/>
          <a:cs typeface="+mn-cs"/>
        </a:defRPr>
      </a:lvl5pPr>
      <a:lvl6pPr marL="3607697" indent="-327972" algn="l" defTabSz="1311890" rtl="0" eaLnBrk="1" latinLnBrk="0" hangingPunct="1">
        <a:lnSpc>
          <a:spcPct val="90000"/>
        </a:lnSpc>
        <a:spcBef>
          <a:spcPts val="717"/>
        </a:spcBef>
        <a:buFont typeface="Arial" panose="020B0604020202020204" pitchFamily="34" charset="0"/>
        <a:buChar char="•"/>
        <a:defRPr sz="2582" kern="1200">
          <a:solidFill>
            <a:schemeClr val="tx1"/>
          </a:solidFill>
          <a:latin typeface="+mn-lt"/>
          <a:ea typeface="+mn-ea"/>
          <a:cs typeface="+mn-cs"/>
        </a:defRPr>
      </a:lvl6pPr>
      <a:lvl7pPr marL="4263641" indent="-327972" algn="l" defTabSz="1311890" rtl="0" eaLnBrk="1" latinLnBrk="0" hangingPunct="1">
        <a:lnSpc>
          <a:spcPct val="90000"/>
        </a:lnSpc>
        <a:spcBef>
          <a:spcPts val="717"/>
        </a:spcBef>
        <a:buFont typeface="Arial" panose="020B0604020202020204" pitchFamily="34" charset="0"/>
        <a:buChar char="•"/>
        <a:defRPr sz="2582" kern="1200">
          <a:solidFill>
            <a:schemeClr val="tx1"/>
          </a:solidFill>
          <a:latin typeface="+mn-lt"/>
          <a:ea typeface="+mn-ea"/>
          <a:cs typeface="+mn-cs"/>
        </a:defRPr>
      </a:lvl7pPr>
      <a:lvl8pPr marL="4919586" indent="-327972" algn="l" defTabSz="1311890" rtl="0" eaLnBrk="1" latinLnBrk="0" hangingPunct="1">
        <a:lnSpc>
          <a:spcPct val="90000"/>
        </a:lnSpc>
        <a:spcBef>
          <a:spcPts val="717"/>
        </a:spcBef>
        <a:buFont typeface="Arial" panose="020B0604020202020204" pitchFamily="34" charset="0"/>
        <a:buChar char="•"/>
        <a:defRPr sz="2582" kern="1200">
          <a:solidFill>
            <a:schemeClr val="tx1"/>
          </a:solidFill>
          <a:latin typeface="+mn-lt"/>
          <a:ea typeface="+mn-ea"/>
          <a:cs typeface="+mn-cs"/>
        </a:defRPr>
      </a:lvl8pPr>
      <a:lvl9pPr marL="5575531" indent="-327972" algn="l" defTabSz="1311890" rtl="0" eaLnBrk="1" latinLnBrk="0" hangingPunct="1">
        <a:lnSpc>
          <a:spcPct val="90000"/>
        </a:lnSpc>
        <a:spcBef>
          <a:spcPts val="717"/>
        </a:spcBef>
        <a:buFont typeface="Arial" panose="020B0604020202020204" pitchFamily="34" charset="0"/>
        <a:buChar char="•"/>
        <a:defRPr sz="258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11890" rtl="0" eaLnBrk="1" latinLnBrk="0" hangingPunct="1">
        <a:defRPr sz="2582" kern="1200">
          <a:solidFill>
            <a:schemeClr val="tx1"/>
          </a:solidFill>
          <a:latin typeface="+mn-lt"/>
          <a:ea typeface="+mn-ea"/>
          <a:cs typeface="+mn-cs"/>
        </a:defRPr>
      </a:lvl1pPr>
      <a:lvl2pPr marL="655945" algn="l" defTabSz="1311890" rtl="0" eaLnBrk="1" latinLnBrk="0" hangingPunct="1">
        <a:defRPr sz="2582" kern="1200">
          <a:solidFill>
            <a:schemeClr val="tx1"/>
          </a:solidFill>
          <a:latin typeface="+mn-lt"/>
          <a:ea typeface="+mn-ea"/>
          <a:cs typeface="+mn-cs"/>
        </a:defRPr>
      </a:lvl2pPr>
      <a:lvl3pPr marL="1311890" algn="l" defTabSz="1311890" rtl="0" eaLnBrk="1" latinLnBrk="0" hangingPunct="1">
        <a:defRPr sz="2582" kern="1200">
          <a:solidFill>
            <a:schemeClr val="tx1"/>
          </a:solidFill>
          <a:latin typeface="+mn-lt"/>
          <a:ea typeface="+mn-ea"/>
          <a:cs typeface="+mn-cs"/>
        </a:defRPr>
      </a:lvl3pPr>
      <a:lvl4pPr marL="1967835" algn="l" defTabSz="1311890" rtl="0" eaLnBrk="1" latinLnBrk="0" hangingPunct="1">
        <a:defRPr sz="2582" kern="1200">
          <a:solidFill>
            <a:schemeClr val="tx1"/>
          </a:solidFill>
          <a:latin typeface="+mn-lt"/>
          <a:ea typeface="+mn-ea"/>
          <a:cs typeface="+mn-cs"/>
        </a:defRPr>
      </a:lvl4pPr>
      <a:lvl5pPr marL="2623779" algn="l" defTabSz="1311890" rtl="0" eaLnBrk="1" latinLnBrk="0" hangingPunct="1">
        <a:defRPr sz="2582" kern="1200">
          <a:solidFill>
            <a:schemeClr val="tx1"/>
          </a:solidFill>
          <a:latin typeface="+mn-lt"/>
          <a:ea typeface="+mn-ea"/>
          <a:cs typeface="+mn-cs"/>
        </a:defRPr>
      </a:lvl5pPr>
      <a:lvl6pPr marL="3279724" algn="l" defTabSz="1311890" rtl="0" eaLnBrk="1" latinLnBrk="0" hangingPunct="1">
        <a:defRPr sz="2582" kern="1200">
          <a:solidFill>
            <a:schemeClr val="tx1"/>
          </a:solidFill>
          <a:latin typeface="+mn-lt"/>
          <a:ea typeface="+mn-ea"/>
          <a:cs typeface="+mn-cs"/>
        </a:defRPr>
      </a:lvl6pPr>
      <a:lvl7pPr marL="3935669" algn="l" defTabSz="1311890" rtl="0" eaLnBrk="1" latinLnBrk="0" hangingPunct="1">
        <a:defRPr sz="2582" kern="1200">
          <a:solidFill>
            <a:schemeClr val="tx1"/>
          </a:solidFill>
          <a:latin typeface="+mn-lt"/>
          <a:ea typeface="+mn-ea"/>
          <a:cs typeface="+mn-cs"/>
        </a:defRPr>
      </a:lvl7pPr>
      <a:lvl8pPr marL="4591614" algn="l" defTabSz="1311890" rtl="0" eaLnBrk="1" latinLnBrk="0" hangingPunct="1">
        <a:defRPr sz="2582" kern="1200">
          <a:solidFill>
            <a:schemeClr val="tx1"/>
          </a:solidFill>
          <a:latin typeface="+mn-lt"/>
          <a:ea typeface="+mn-ea"/>
          <a:cs typeface="+mn-cs"/>
        </a:defRPr>
      </a:lvl8pPr>
      <a:lvl9pPr marL="5247559" algn="l" defTabSz="1311890" rtl="0" eaLnBrk="1" latinLnBrk="0" hangingPunct="1">
        <a:defRPr sz="258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ECA8EF-6ED5-FA4C-0F89-1AB4AB0C1A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5" t="3128" r="7022" b="14147"/>
          <a:stretch>
            <a:fillRect/>
          </a:stretch>
        </p:blipFill>
        <p:spPr>
          <a:xfrm>
            <a:off x="0" y="-1"/>
            <a:ext cx="19669125" cy="983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0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5943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24</cp:revision>
  <dcterms:created xsi:type="dcterms:W3CDTF">2025-07-21T18:17:02Z</dcterms:created>
  <dcterms:modified xsi:type="dcterms:W3CDTF">2025-11-13T20:37:06Z</dcterms:modified>
</cp:coreProperties>
</file>