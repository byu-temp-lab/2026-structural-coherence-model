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70B0F4-3826-B113-D316-C9D84BD6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996"/>
            <a:ext cx="13889038" cy="1059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13</cp:revision>
  <dcterms:created xsi:type="dcterms:W3CDTF">2025-07-21T18:17:02Z</dcterms:created>
  <dcterms:modified xsi:type="dcterms:W3CDTF">2025-10-08T14:14:33Z</dcterms:modified>
</cp:coreProperties>
</file>