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13889038" cy="8818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6130" y="1443224"/>
            <a:ext cx="10416779" cy="3070166"/>
          </a:xfrm>
        </p:spPr>
        <p:txBody>
          <a:bodyPr anchor="b"/>
          <a:lstStyle>
            <a:lvl1pPr algn="ctr">
              <a:defRPr sz="6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4631787"/>
            <a:ext cx="10416779" cy="2129111"/>
          </a:xfrm>
        </p:spPr>
        <p:txBody>
          <a:bodyPr/>
          <a:lstStyle>
            <a:lvl1pPr marL="0" indent="0" algn="ctr">
              <a:buNone/>
              <a:defRPr sz="2734"/>
            </a:lvl1pPr>
            <a:lvl2pPr marL="520842" indent="0" algn="ctr">
              <a:buNone/>
              <a:defRPr sz="2278"/>
            </a:lvl2pPr>
            <a:lvl3pPr marL="1041684" indent="0" algn="ctr">
              <a:buNone/>
              <a:defRPr sz="2051"/>
            </a:lvl3pPr>
            <a:lvl4pPr marL="1562527" indent="0" algn="ctr">
              <a:buNone/>
              <a:defRPr sz="1823"/>
            </a:lvl4pPr>
            <a:lvl5pPr marL="2083369" indent="0" algn="ctr">
              <a:buNone/>
              <a:defRPr sz="1823"/>
            </a:lvl5pPr>
            <a:lvl6pPr marL="2604211" indent="0" algn="ctr">
              <a:buNone/>
              <a:defRPr sz="1823"/>
            </a:lvl6pPr>
            <a:lvl7pPr marL="3125053" indent="0" algn="ctr">
              <a:buNone/>
              <a:defRPr sz="1823"/>
            </a:lvl7pPr>
            <a:lvl8pPr marL="3645896" indent="0" algn="ctr">
              <a:buNone/>
              <a:defRPr sz="1823"/>
            </a:lvl8pPr>
            <a:lvl9pPr marL="4166738" indent="0" algn="ctr">
              <a:buNone/>
              <a:defRPr sz="18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1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0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198518"/>
            <a:ext cx="11979295" cy="3668277"/>
          </a:xfrm>
        </p:spPr>
        <p:txBody>
          <a:bodyPr anchor="b"/>
          <a:lstStyle>
            <a:lvl1pPr>
              <a:defRPr sz="6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5901498"/>
            <a:ext cx="11979295" cy="1929060"/>
          </a:xfrm>
        </p:spPr>
        <p:txBody>
          <a:bodyPr/>
          <a:lstStyle>
            <a:lvl1pPr marL="0" indent="0">
              <a:buNone/>
              <a:defRPr sz="2734">
                <a:solidFill>
                  <a:schemeClr val="tx1">
                    <a:tint val="75000"/>
                  </a:schemeClr>
                </a:solidFill>
              </a:defRPr>
            </a:lvl1pPr>
            <a:lvl2pPr marL="520842" indent="0">
              <a:buNone/>
              <a:defRPr sz="2278">
                <a:solidFill>
                  <a:schemeClr val="tx1">
                    <a:tint val="75000"/>
                  </a:schemeClr>
                </a:solidFill>
              </a:defRPr>
            </a:lvl2pPr>
            <a:lvl3pPr marL="1041684" indent="0">
              <a:buNone/>
              <a:defRPr sz="2051">
                <a:solidFill>
                  <a:schemeClr val="tx1">
                    <a:tint val="75000"/>
                  </a:schemeClr>
                </a:solidFill>
              </a:defRPr>
            </a:lvl3pPr>
            <a:lvl4pPr marL="1562527" indent="0">
              <a:buNone/>
              <a:defRPr sz="1823">
                <a:solidFill>
                  <a:schemeClr val="tx1">
                    <a:tint val="75000"/>
                  </a:schemeClr>
                </a:solidFill>
              </a:defRPr>
            </a:lvl4pPr>
            <a:lvl5pPr marL="2083369" indent="0">
              <a:buNone/>
              <a:defRPr sz="1823">
                <a:solidFill>
                  <a:schemeClr val="tx1">
                    <a:tint val="75000"/>
                  </a:schemeClr>
                </a:solidFill>
              </a:defRPr>
            </a:lvl5pPr>
            <a:lvl6pPr marL="2604211" indent="0">
              <a:buNone/>
              <a:defRPr sz="1823">
                <a:solidFill>
                  <a:schemeClr val="tx1">
                    <a:tint val="75000"/>
                  </a:schemeClr>
                </a:solidFill>
              </a:defRPr>
            </a:lvl6pPr>
            <a:lvl7pPr marL="3125053" indent="0">
              <a:buNone/>
              <a:defRPr sz="1823">
                <a:solidFill>
                  <a:schemeClr val="tx1">
                    <a:tint val="75000"/>
                  </a:schemeClr>
                </a:solidFill>
              </a:defRPr>
            </a:lvl7pPr>
            <a:lvl8pPr marL="3645896" indent="0">
              <a:buNone/>
              <a:defRPr sz="1823">
                <a:solidFill>
                  <a:schemeClr val="tx1">
                    <a:tint val="75000"/>
                  </a:schemeClr>
                </a:solidFill>
              </a:defRPr>
            </a:lvl8pPr>
            <a:lvl9pPr marL="4166738" indent="0">
              <a:buNone/>
              <a:defRPr sz="18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85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347534"/>
            <a:ext cx="5902841" cy="55952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347534"/>
            <a:ext cx="5902841" cy="559529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469507"/>
            <a:ext cx="11979295" cy="1704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1" y="2161773"/>
            <a:ext cx="5875714" cy="1059452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842" indent="0">
              <a:buNone/>
              <a:defRPr sz="2278" b="1"/>
            </a:lvl2pPr>
            <a:lvl3pPr marL="1041684" indent="0">
              <a:buNone/>
              <a:defRPr sz="2051" b="1"/>
            </a:lvl3pPr>
            <a:lvl4pPr marL="1562527" indent="0">
              <a:buNone/>
              <a:defRPr sz="1823" b="1"/>
            </a:lvl4pPr>
            <a:lvl5pPr marL="2083369" indent="0">
              <a:buNone/>
              <a:defRPr sz="1823" b="1"/>
            </a:lvl5pPr>
            <a:lvl6pPr marL="2604211" indent="0">
              <a:buNone/>
              <a:defRPr sz="1823" b="1"/>
            </a:lvl6pPr>
            <a:lvl7pPr marL="3125053" indent="0">
              <a:buNone/>
              <a:defRPr sz="1823" b="1"/>
            </a:lvl7pPr>
            <a:lvl8pPr marL="3645896" indent="0">
              <a:buNone/>
              <a:defRPr sz="1823" b="1"/>
            </a:lvl8pPr>
            <a:lvl9pPr marL="4166738" indent="0">
              <a:buNone/>
              <a:defRPr sz="182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1" y="3221225"/>
            <a:ext cx="5875714" cy="47379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161773"/>
            <a:ext cx="5904650" cy="1059452"/>
          </a:xfrm>
        </p:spPr>
        <p:txBody>
          <a:bodyPr anchor="b"/>
          <a:lstStyle>
            <a:lvl1pPr marL="0" indent="0">
              <a:buNone/>
              <a:defRPr sz="2734" b="1"/>
            </a:lvl1pPr>
            <a:lvl2pPr marL="520842" indent="0">
              <a:buNone/>
              <a:defRPr sz="2278" b="1"/>
            </a:lvl2pPr>
            <a:lvl3pPr marL="1041684" indent="0">
              <a:buNone/>
              <a:defRPr sz="2051" b="1"/>
            </a:lvl3pPr>
            <a:lvl4pPr marL="1562527" indent="0">
              <a:buNone/>
              <a:defRPr sz="1823" b="1"/>
            </a:lvl4pPr>
            <a:lvl5pPr marL="2083369" indent="0">
              <a:buNone/>
              <a:defRPr sz="1823" b="1"/>
            </a:lvl5pPr>
            <a:lvl6pPr marL="2604211" indent="0">
              <a:buNone/>
              <a:defRPr sz="1823" b="1"/>
            </a:lvl6pPr>
            <a:lvl7pPr marL="3125053" indent="0">
              <a:buNone/>
              <a:defRPr sz="1823" b="1"/>
            </a:lvl7pPr>
            <a:lvl8pPr marL="3645896" indent="0">
              <a:buNone/>
              <a:defRPr sz="1823" b="1"/>
            </a:lvl8pPr>
            <a:lvl9pPr marL="4166738" indent="0">
              <a:buNone/>
              <a:defRPr sz="182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221225"/>
            <a:ext cx="5904650" cy="47379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91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6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72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87904"/>
            <a:ext cx="4479576" cy="2057665"/>
          </a:xfrm>
        </p:spPr>
        <p:txBody>
          <a:bodyPr anchor="b"/>
          <a:lstStyle>
            <a:lvl1pPr>
              <a:defRPr sz="3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269711"/>
            <a:ext cx="7031325" cy="6266895"/>
          </a:xfrm>
        </p:spPr>
        <p:txBody>
          <a:bodyPr/>
          <a:lstStyle>
            <a:lvl1pPr>
              <a:defRPr sz="3645"/>
            </a:lvl1pPr>
            <a:lvl2pPr>
              <a:defRPr sz="3190"/>
            </a:lvl2pPr>
            <a:lvl3pPr>
              <a:defRPr sz="2734"/>
            </a:lvl3pPr>
            <a:lvl4pPr>
              <a:defRPr sz="2278"/>
            </a:lvl4pPr>
            <a:lvl5pPr>
              <a:defRPr sz="2278"/>
            </a:lvl5pPr>
            <a:lvl6pPr>
              <a:defRPr sz="2278"/>
            </a:lvl6pPr>
            <a:lvl7pPr>
              <a:defRPr sz="2278"/>
            </a:lvl7pPr>
            <a:lvl8pPr>
              <a:defRPr sz="2278"/>
            </a:lvl8pPr>
            <a:lvl9pPr>
              <a:defRPr sz="2278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2645569"/>
            <a:ext cx="4479576" cy="4901244"/>
          </a:xfrm>
        </p:spPr>
        <p:txBody>
          <a:bodyPr/>
          <a:lstStyle>
            <a:lvl1pPr marL="0" indent="0">
              <a:buNone/>
              <a:defRPr sz="1823"/>
            </a:lvl1pPr>
            <a:lvl2pPr marL="520842" indent="0">
              <a:buNone/>
              <a:defRPr sz="1595"/>
            </a:lvl2pPr>
            <a:lvl3pPr marL="1041684" indent="0">
              <a:buNone/>
              <a:defRPr sz="1367"/>
            </a:lvl3pPr>
            <a:lvl4pPr marL="1562527" indent="0">
              <a:buNone/>
              <a:defRPr sz="1139"/>
            </a:lvl4pPr>
            <a:lvl5pPr marL="2083369" indent="0">
              <a:buNone/>
              <a:defRPr sz="1139"/>
            </a:lvl5pPr>
            <a:lvl6pPr marL="2604211" indent="0">
              <a:buNone/>
              <a:defRPr sz="1139"/>
            </a:lvl6pPr>
            <a:lvl7pPr marL="3125053" indent="0">
              <a:buNone/>
              <a:defRPr sz="1139"/>
            </a:lvl7pPr>
            <a:lvl8pPr marL="3645896" indent="0">
              <a:buNone/>
              <a:defRPr sz="1139"/>
            </a:lvl8pPr>
            <a:lvl9pPr marL="4166738" indent="0">
              <a:buNone/>
              <a:defRPr sz="113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87904"/>
            <a:ext cx="4479576" cy="2057665"/>
          </a:xfrm>
        </p:spPr>
        <p:txBody>
          <a:bodyPr anchor="b"/>
          <a:lstStyle>
            <a:lvl1pPr>
              <a:defRPr sz="3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269711"/>
            <a:ext cx="7031325" cy="6266895"/>
          </a:xfrm>
        </p:spPr>
        <p:txBody>
          <a:bodyPr anchor="t"/>
          <a:lstStyle>
            <a:lvl1pPr marL="0" indent="0">
              <a:buNone/>
              <a:defRPr sz="3645"/>
            </a:lvl1pPr>
            <a:lvl2pPr marL="520842" indent="0">
              <a:buNone/>
              <a:defRPr sz="3190"/>
            </a:lvl2pPr>
            <a:lvl3pPr marL="1041684" indent="0">
              <a:buNone/>
              <a:defRPr sz="2734"/>
            </a:lvl3pPr>
            <a:lvl4pPr marL="1562527" indent="0">
              <a:buNone/>
              <a:defRPr sz="2278"/>
            </a:lvl4pPr>
            <a:lvl5pPr marL="2083369" indent="0">
              <a:buNone/>
              <a:defRPr sz="2278"/>
            </a:lvl5pPr>
            <a:lvl6pPr marL="2604211" indent="0">
              <a:buNone/>
              <a:defRPr sz="2278"/>
            </a:lvl6pPr>
            <a:lvl7pPr marL="3125053" indent="0">
              <a:buNone/>
              <a:defRPr sz="2278"/>
            </a:lvl7pPr>
            <a:lvl8pPr marL="3645896" indent="0">
              <a:buNone/>
              <a:defRPr sz="2278"/>
            </a:lvl8pPr>
            <a:lvl9pPr marL="4166738" indent="0">
              <a:buNone/>
              <a:defRPr sz="22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2645569"/>
            <a:ext cx="4479576" cy="4901244"/>
          </a:xfrm>
        </p:spPr>
        <p:txBody>
          <a:bodyPr/>
          <a:lstStyle>
            <a:lvl1pPr marL="0" indent="0">
              <a:buNone/>
              <a:defRPr sz="1823"/>
            </a:lvl1pPr>
            <a:lvl2pPr marL="520842" indent="0">
              <a:buNone/>
              <a:defRPr sz="1595"/>
            </a:lvl2pPr>
            <a:lvl3pPr marL="1041684" indent="0">
              <a:buNone/>
              <a:defRPr sz="1367"/>
            </a:lvl3pPr>
            <a:lvl4pPr marL="1562527" indent="0">
              <a:buNone/>
              <a:defRPr sz="1139"/>
            </a:lvl4pPr>
            <a:lvl5pPr marL="2083369" indent="0">
              <a:buNone/>
              <a:defRPr sz="1139"/>
            </a:lvl5pPr>
            <a:lvl6pPr marL="2604211" indent="0">
              <a:buNone/>
              <a:defRPr sz="1139"/>
            </a:lvl6pPr>
            <a:lvl7pPr marL="3125053" indent="0">
              <a:buNone/>
              <a:defRPr sz="1139"/>
            </a:lvl7pPr>
            <a:lvl8pPr marL="3645896" indent="0">
              <a:buNone/>
              <a:defRPr sz="1139"/>
            </a:lvl8pPr>
            <a:lvl9pPr marL="4166738" indent="0">
              <a:buNone/>
              <a:defRPr sz="113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469507"/>
            <a:ext cx="2994824" cy="7473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469507"/>
            <a:ext cx="8810858" cy="74733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6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469507"/>
            <a:ext cx="11979295" cy="1704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347534"/>
            <a:ext cx="11979295" cy="5595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8173502"/>
            <a:ext cx="3125034" cy="4695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8173502"/>
            <a:ext cx="4687550" cy="4695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8173502"/>
            <a:ext cx="3125034" cy="4695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7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041684" rtl="0" eaLnBrk="1" latinLnBrk="0" hangingPunct="1">
        <a:lnSpc>
          <a:spcPct val="90000"/>
        </a:lnSpc>
        <a:spcBef>
          <a:spcPct val="0"/>
        </a:spcBef>
        <a:buNone/>
        <a:defRPr sz="50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421" indent="-260421" algn="l" defTabSz="1041684" rtl="0" eaLnBrk="1" latinLnBrk="0" hangingPunct="1">
        <a:lnSpc>
          <a:spcPct val="90000"/>
        </a:lnSpc>
        <a:spcBef>
          <a:spcPts val="1139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1pPr>
      <a:lvl2pPr marL="781263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4" kern="1200">
          <a:solidFill>
            <a:schemeClr val="tx1"/>
          </a:solidFill>
          <a:latin typeface="+mn-lt"/>
          <a:ea typeface="+mn-ea"/>
          <a:cs typeface="+mn-cs"/>
        </a:defRPr>
      </a:lvl2pPr>
      <a:lvl3pPr marL="1302106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3pPr>
      <a:lvl4pPr marL="1822948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1" kern="1200">
          <a:solidFill>
            <a:schemeClr val="tx1"/>
          </a:solidFill>
          <a:latin typeface="+mn-lt"/>
          <a:ea typeface="+mn-ea"/>
          <a:cs typeface="+mn-cs"/>
        </a:defRPr>
      </a:lvl4pPr>
      <a:lvl5pPr marL="2343790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1" kern="1200">
          <a:solidFill>
            <a:schemeClr val="tx1"/>
          </a:solidFill>
          <a:latin typeface="+mn-lt"/>
          <a:ea typeface="+mn-ea"/>
          <a:cs typeface="+mn-cs"/>
        </a:defRPr>
      </a:lvl5pPr>
      <a:lvl6pPr marL="2864632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1" kern="1200">
          <a:solidFill>
            <a:schemeClr val="tx1"/>
          </a:solidFill>
          <a:latin typeface="+mn-lt"/>
          <a:ea typeface="+mn-ea"/>
          <a:cs typeface="+mn-cs"/>
        </a:defRPr>
      </a:lvl6pPr>
      <a:lvl7pPr marL="3385475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1" kern="1200">
          <a:solidFill>
            <a:schemeClr val="tx1"/>
          </a:solidFill>
          <a:latin typeface="+mn-lt"/>
          <a:ea typeface="+mn-ea"/>
          <a:cs typeface="+mn-cs"/>
        </a:defRPr>
      </a:lvl7pPr>
      <a:lvl8pPr marL="3906317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1" kern="1200">
          <a:solidFill>
            <a:schemeClr val="tx1"/>
          </a:solidFill>
          <a:latin typeface="+mn-lt"/>
          <a:ea typeface="+mn-ea"/>
          <a:cs typeface="+mn-cs"/>
        </a:defRPr>
      </a:lvl8pPr>
      <a:lvl9pPr marL="4427159" indent="-260421" algn="l" defTabSz="1041684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1pPr>
      <a:lvl2pPr marL="520842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2pPr>
      <a:lvl3pPr marL="1041684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3pPr>
      <a:lvl4pPr marL="1562527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4pPr>
      <a:lvl5pPr marL="2083369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5pPr>
      <a:lvl6pPr marL="2604211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6pPr>
      <a:lvl7pPr marL="3125053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7pPr>
      <a:lvl8pPr marL="3645896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8pPr>
      <a:lvl9pPr marL="4166738" algn="l" defTabSz="1041684" rtl="0" eaLnBrk="1" latinLnBrk="0" hangingPunct="1">
        <a:defRPr sz="20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1A8F53-9CA6-ADC4-F2CD-545754C0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3889038" cy="887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18</cp:revision>
  <dcterms:created xsi:type="dcterms:W3CDTF">2025-07-21T18:17:02Z</dcterms:created>
  <dcterms:modified xsi:type="dcterms:W3CDTF">2025-08-19T02:35:32Z</dcterms:modified>
</cp:coreProperties>
</file>