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49" d="100"/>
          <a:sy n="49" d="100"/>
        </p:scale>
        <p:origin x="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C9DDEF7-D4AA-A64F-E958-D64A89370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9951"/>
            <a:ext cx="13889038" cy="1050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6063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20</cp:revision>
  <dcterms:created xsi:type="dcterms:W3CDTF">2025-07-21T18:17:02Z</dcterms:created>
  <dcterms:modified xsi:type="dcterms:W3CDTF">2025-10-16T18:15:30Z</dcterms:modified>
</cp:coreProperties>
</file>