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11814175" cy="8818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264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063" y="1443224"/>
            <a:ext cx="10042049" cy="3070166"/>
          </a:xfrm>
        </p:spPr>
        <p:txBody>
          <a:bodyPr anchor="b"/>
          <a:lstStyle>
            <a:lvl1pPr algn="ctr">
              <a:defRPr sz="77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772" y="4631787"/>
            <a:ext cx="8860631" cy="2129111"/>
          </a:xfrm>
        </p:spPr>
        <p:txBody>
          <a:bodyPr/>
          <a:lstStyle>
            <a:lvl1pPr marL="0" indent="0" algn="ctr">
              <a:buNone/>
              <a:defRPr sz="3086"/>
            </a:lvl1pPr>
            <a:lvl2pPr marL="587913" indent="0" algn="ctr">
              <a:buNone/>
              <a:defRPr sz="2572"/>
            </a:lvl2pPr>
            <a:lvl3pPr marL="1175827" indent="0" algn="ctr">
              <a:buNone/>
              <a:defRPr sz="2315"/>
            </a:lvl3pPr>
            <a:lvl4pPr marL="1763740" indent="0" algn="ctr">
              <a:buNone/>
              <a:defRPr sz="2057"/>
            </a:lvl4pPr>
            <a:lvl5pPr marL="2351654" indent="0" algn="ctr">
              <a:buNone/>
              <a:defRPr sz="2057"/>
            </a:lvl5pPr>
            <a:lvl6pPr marL="2939567" indent="0" algn="ctr">
              <a:buNone/>
              <a:defRPr sz="2057"/>
            </a:lvl6pPr>
            <a:lvl7pPr marL="3527481" indent="0" algn="ctr">
              <a:buNone/>
              <a:defRPr sz="2057"/>
            </a:lvl7pPr>
            <a:lvl8pPr marL="4115394" indent="0" algn="ctr">
              <a:buNone/>
              <a:defRPr sz="2057"/>
            </a:lvl8pPr>
            <a:lvl9pPr marL="4703308" indent="0" algn="ctr">
              <a:buNone/>
              <a:defRPr sz="20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13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8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072" y="2198519"/>
            <a:ext cx="10189726" cy="3668277"/>
          </a:xfrm>
        </p:spPr>
        <p:txBody>
          <a:bodyPr anchor="b"/>
          <a:lstStyle>
            <a:lvl1pPr>
              <a:defRPr sz="77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6072" y="5901499"/>
            <a:ext cx="10189726" cy="1929060"/>
          </a:xfrm>
        </p:spPr>
        <p:txBody>
          <a:bodyPr/>
          <a:lstStyle>
            <a:lvl1pPr marL="0" indent="0">
              <a:buNone/>
              <a:defRPr sz="3086">
                <a:solidFill>
                  <a:schemeClr val="tx1"/>
                </a:solidFill>
              </a:defRPr>
            </a:lvl1pPr>
            <a:lvl2pPr marL="587913" indent="0">
              <a:buNone/>
              <a:defRPr sz="2572">
                <a:solidFill>
                  <a:schemeClr val="tx1">
                    <a:tint val="75000"/>
                  </a:schemeClr>
                </a:solidFill>
              </a:defRPr>
            </a:lvl2pPr>
            <a:lvl3pPr marL="1175827" indent="0">
              <a:buNone/>
              <a:defRPr sz="2315">
                <a:solidFill>
                  <a:schemeClr val="tx1">
                    <a:tint val="75000"/>
                  </a:schemeClr>
                </a:solidFill>
              </a:defRPr>
            </a:lvl3pPr>
            <a:lvl4pPr marL="1763740" indent="0">
              <a:buNone/>
              <a:defRPr sz="2057">
                <a:solidFill>
                  <a:schemeClr val="tx1">
                    <a:tint val="75000"/>
                  </a:schemeClr>
                </a:solidFill>
              </a:defRPr>
            </a:lvl4pPr>
            <a:lvl5pPr marL="2351654" indent="0">
              <a:buNone/>
              <a:defRPr sz="2057">
                <a:solidFill>
                  <a:schemeClr val="tx1">
                    <a:tint val="75000"/>
                  </a:schemeClr>
                </a:solidFill>
              </a:defRPr>
            </a:lvl5pPr>
            <a:lvl6pPr marL="2939567" indent="0">
              <a:buNone/>
              <a:defRPr sz="2057">
                <a:solidFill>
                  <a:schemeClr val="tx1">
                    <a:tint val="75000"/>
                  </a:schemeClr>
                </a:solidFill>
              </a:defRPr>
            </a:lvl6pPr>
            <a:lvl7pPr marL="3527481" indent="0">
              <a:buNone/>
              <a:defRPr sz="2057">
                <a:solidFill>
                  <a:schemeClr val="tx1">
                    <a:tint val="75000"/>
                  </a:schemeClr>
                </a:solidFill>
              </a:defRPr>
            </a:lvl7pPr>
            <a:lvl8pPr marL="4115394" indent="0">
              <a:buNone/>
              <a:defRPr sz="2057">
                <a:solidFill>
                  <a:schemeClr val="tx1">
                    <a:tint val="75000"/>
                  </a:schemeClr>
                </a:solidFill>
              </a:defRPr>
            </a:lvl8pPr>
            <a:lvl9pPr marL="4703308" indent="0">
              <a:buNone/>
              <a:defRPr sz="20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7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225" y="2347534"/>
            <a:ext cx="5021024" cy="5595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0926" y="2347534"/>
            <a:ext cx="5021024" cy="5595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2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63" y="469509"/>
            <a:ext cx="10189726" cy="1704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3765" y="2161773"/>
            <a:ext cx="4997949" cy="1059452"/>
          </a:xfrm>
        </p:spPr>
        <p:txBody>
          <a:bodyPr anchor="b"/>
          <a:lstStyle>
            <a:lvl1pPr marL="0" indent="0">
              <a:buNone/>
              <a:defRPr sz="3086" b="1"/>
            </a:lvl1pPr>
            <a:lvl2pPr marL="587913" indent="0">
              <a:buNone/>
              <a:defRPr sz="2572" b="1"/>
            </a:lvl2pPr>
            <a:lvl3pPr marL="1175827" indent="0">
              <a:buNone/>
              <a:defRPr sz="2315" b="1"/>
            </a:lvl3pPr>
            <a:lvl4pPr marL="1763740" indent="0">
              <a:buNone/>
              <a:defRPr sz="2057" b="1"/>
            </a:lvl4pPr>
            <a:lvl5pPr marL="2351654" indent="0">
              <a:buNone/>
              <a:defRPr sz="2057" b="1"/>
            </a:lvl5pPr>
            <a:lvl6pPr marL="2939567" indent="0">
              <a:buNone/>
              <a:defRPr sz="2057" b="1"/>
            </a:lvl6pPr>
            <a:lvl7pPr marL="3527481" indent="0">
              <a:buNone/>
              <a:defRPr sz="2057" b="1"/>
            </a:lvl7pPr>
            <a:lvl8pPr marL="4115394" indent="0">
              <a:buNone/>
              <a:defRPr sz="2057" b="1"/>
            </a:lvl8pPr>
            <a:lvl9pPr marL="4703308" indent="0">
              <a:buNone/>
              <a:defRPr sz="20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3765" y="3221225"/>
            <a:ext cx="4997949" cy="473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0927" y="2161773"/>
            <a:ext cx="5022563" cy="1059452"/>
          </a:xfrm>
        </p:spPr>
        <p:txBody>
          <a:bodyPr anchor="b"/>
          <a:lstStyle>
            <a:lvl1pPr marL="0" indent="0">
              <a:buNone/>
              <a:defRPr sz="3086" b="1"/>
            </a:lvl1pPr>
            <a:lvl2pPr marL="587913" indent="0">
              <a:buNone/>
              <a:defRPr sz="2572" b="1"/>
            </a:lvl2pPr>
            <a:lvl3pPr marL="1175827" indent="0">
              <a:buNone/>
              <a:defRPr sz="2315" b="1"/>
            </a:lvl3pPr>
            <a:lvl4pPr marL="1763740" indent="0">
              <a:buNone/>
              <a:defRPr sz="2057" b="1"/>
            </a:lvl4pPr>
            <a:lvl5pPr marL="2351654" indent="0">
              <a:buNone/>
              <a:defRPr sz="2057" b="1"/>
            </a:lvl5pPr>
            <a:lvl6pPr marL="2939567" indent="0">
              <a:buNone/>
              <a:defRPr sz="2057" b="1"/>
            </a:lvl6pPr>
            <a:lvl7pPr marL="3527481" indent="0">
              <a:buNone/>
              <a:defRPr sz="2057" b="1"/>
            </a:lvl7pPr>
            <a:lvl8pPr marL="4115394" indent="0">
              <a:buNone/>
              <a:defRPr sz="2057" b="1"/>
            </a:lvl8pPr>
            <a:lvl9pPr marL="4703308" indent="0">
              <a:buNone/>
              <a:defRPr sz="20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0927" y="3221225"/>
            <a:ext cx="5022563" cy="473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0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75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7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63" y="587904"/>
            <a:ext cx="3810379" cy="2057665"/>
          </a:xfrm>
        </p:spPr>
        <p:txBody>
          <a:bodyPr anchor="b"/>
          <a:lstStyle>
            <a:lvl1pPr>
              <a:defRPr sz="41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2563" y="1269712"/>
            <a:ext cx="5980926" cy="6266895"/>
          </a:xfrm>
        </p:spPr>
        <p:txBody>
          <a:bodyPr/>
          <a:lstStyle>
            <a:lvl1pPr>
              <a:defRPr sz="4115"/>
            </a:lvl1pPr>
            <a:lvl2pPr>
              <a:defRPr sz="3601"/>
            </a:lvl2pPr>
            <a:lvl3pPr>
              <a:defRPr sz="3086"/>
            </a:lvl3pPr>
            <a:lvl4pPr>
              <a:defRPr sz="2572"/>
            </a:lvl4pPr>
            <a:lvl5pPr>
              <a:defRPr sz="2572"/>
            </a:lvl5pPr>
            <a:lvl6pPr>
              <a:defRPr sz="2572"/>
            </a:lvl6pPr>
            <a:lvl7pPr>
              <a:defRPr sz="2572"/>
            </a:lvl7pPr>
            <a:lvl8pPr>
              <a:defRPr sz="2572"/>
            </a:lvl8pPr>
            <a:lvl9pPr>
              <a:defRPr sz="25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3763" y="2645569"/>
            <a:ext cx="3810379" cy="4901244"/>
          </a:xfrm>
        </p:spPr>
        <p:txBody>
          <a:bodyPr/>
          <a:lstStyle>
            <a:lvl1pPr marL="0" indent="0">
              <a:buNone/>
              <a:defRPr sz="2057"/>
            </a:lvl1pPr>
            <a:lvl2pPr marL="587913" indent="0">
              <a:buNone/>
              <a:defRPr sz="1800"/>
            </a:lvl2pPr>
            <a:lvl3pPr marL="1175827" indent="0">
              <a:buNone/>
              <a:defRPr sz="1543"/>
            </a:lvl3pPr>
            <a:lvl4pPr marL="1763740" indent="0">
              <a:buNone/>
              <a:defRPr sz="1286"/>
            </a:lvl4pPr>
            <a:lvl5pPr marL="2351654" indent="0">
              <a:buNone/>
              <a:defRPr sz="1286"/>
            </a:lvl5pPr>
            <a:lvl6pPr marL="2939567" indent="0">
              <a:buNone/>
              <a:defRPr sz="1286"/>
            </a:lvl6pPr>
            <a:lvl7pPr marL="3527481" indent="0">
              <a:buNone/>
              <a:defRPr sz="1286"/>
            </a:lvl7pPr>
            <a:lvl8pPr marL="4115394" indent="0">
              <a:buNone/>
              <a:defRPr sz="1286"/>
            </a:lvl8pPr>
            <a:lvl9pPr marL="4703308" indent="0">
              <a:buNone/>
              <a:defRPr sz="12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6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63" y="587904"/>
            <a:ext cx="3810379" cy="2057665"/>
          </a:xfrm>
        </p:spPr>
        <p:txBody>
          <a:bodyPr anchor="b"/>
          <a:lstStyle>
            <a:lvl1pPr>
              <a:defRPr sz="41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2563" y="1269712"/>
            <a:ext cx="5980926" cy="6266895"/>
          </a:xfrm>
        </p:spPr>
        <p:txBody>
          <a:bodyPr anchor="t"/>
          <a:lstStyle>
            <a:lvl1pPr marL="0" indent="0">
              <a:buNone/>
              <a:defRPr sz="4115"/>
            </a:lvl1pPr>
            <a:lvl2pPr marL="587913" indent="0">
              <a:buNone/>
              <a:defRPr sz="3601"/>
            </a:lvl2pPr>
            <a:lvl3pPr marL="1175827" indent="0">
              <a:buNone/>
              <a:defRPr sz="3086"/>
            </a:lvl3pPr>
            <a:lvl4pPr marL="1763740" indent="0">
              <a:buNone/>
              <a:defRPr sz="2572"/>
            </a:lvl4pPr>
            <a:lvl5pPr marL="2351654" indent="0">
              <a:buNone/>
              <a:defRPr sz="2572"/>
            </a:lvl5pPr>
            <a:lvl6pPr marL="2939567" indent="0">
              <a:buNone/>
              <a:defRPr sz="2572"/>
            </a:lvl6pPr>
            <a:lvl7pPr marL="3527481" indent="0">
              <a:buNone/>
              <a:defRPr sz="2572"/>
            </a:lvl7pPr>
            <a:lvl8pPr marL="4115394" indent="0">
              <a:buNone/>
              <a:defRPr sz="2572"/>
            </a:lvl8pPr>
            <a:lvl9pPr marL="4703308" indent="0">
              <a:buNone/>
              <a:defRPr sz="257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3763" y="2645569"/>
            <a:ext cx="3810379" cy="4901244"/>
          </a:xfrm>
        </p:spPr>
        <p:txBody>
          <a:bodyPr/>
          <a:lstStyle>
            <a:lvl1pPr marL="0" indent="0">
              <a:buNone/>
              <a:defRPr sz="2057"/>
            </a:lvl1pPr>
            <a:lvl2pPr marL="587913" indent="0">
              <a:buNone/>
              <a:defRPr sz="1800"/>
            </a:lvl2pPr>
            <a:lvl3pPr marL="1175827" indent="0">
              <a:buNone/>
              <a:defRPr sz="1543"/>
            </a:lvl3pPr>
            <a:lvl4pPr marL="1763740" indent="0">
              <a:buNone/>
              <a:defRPr sz="1286"/>
            </a:lvl4pPr>
            <a:lvl5pPr marL="2351654" indent="0">
              <a:buNone/>
              <a:defRPr sz="1286"/>
            </a:lvl5pPr>
            <a:lvl6pPr marL="2939567" indent="0">
              <a:buNone/>
              <a:defRPr sz="1286"/>
            </a:lvl6pPr>
            <a:lvl7pPr marL="3527481" indent="0">
              <a:buNone/>
              <a:defRPr sz="1286"/>
            </a:lvl7pPr>
            <a:lvl8pPr marL="4115394" indent="0">
              <a:buNone/>
              <a:defRPr sz="1286"/>
            </a:lvl8pPr>
            <a:lvl9pPr marL="4703308" indent="0">
              <a:buNone/>
              <a:defRPr sz="12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48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3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54520" y="469507"/>
            <a:ext cx="2547431" cy="7473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225" y="469507"/>
            <a:ext cx="7494617" cy="74733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1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225" y="469509"/>
            <a:ext cx="10189726" cy="1704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225" y="2347534"/>
            <a:ext cx="10189726" cy="5595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225" y="8173503"/>
            <a:ext cx="2658189" cy="4695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13446" y="8173503"/>
            <a:ext cx="3987284" cy="4695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43761" y="8173503"/>
            <a:ext cx="2658189" cy="4695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1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175827" rtl="0" eaLnBrk="1" latinLnBrk="0" hangingPunct="1">
        <a:lnSpc>
          <a:spcPct val="90000"/>
        </a:lnSpc>
        <a:spcBef>
          <a:spcPct val="0"/>
        </a:spcBef>
        <a:buNone/>
        <a:defRPr sz="56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957" indent="-293957" algn="l" defTabSz="1175827" rtl="0" eaLnBrk="1" latinLnBrk="0" hangingPunct="1">
        <a:lnSpc>
          <a:spcPct val="90000"/>
        </a:lnSpc>
        <a:spcBef>
          <a:spcPts val="1286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881870" indent="-293957" algn="l" defTabSz="1175827" rtl="0" eaLnBrk="1" latinLnBrk="0" hangingPunct="1">
        <a:lnSpc>
          <a:spcPct val="90000"/>
        </a:lnSpc>
        <a:spcBef>
          <a:spcPts val="643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2pPr>
      <a:lvl3pPr marL="1469784" indent="-293957" algn="l" defTabSz="1175827" rtl="0" eaLnBrk="1" latinLnBrk="0" hangingPunct="1">
        <a:lnSpc>
          <a:spcPct val="90000"/>
        </a:lnSpc>
        <a:spcBef>
          <a:spcPts val="643"/>
        </a:spcBef>
        <a:buFont typeface="Arial" panose="020B0604020202020204" pitchFamily="34" charset="0"/>
        <a:buChar char="•"/>
        <a:defRPr sz="2572" kern="1200">
          <a:solidFill>
            <a:schemeClr val="tx1"/>
          </a:solidFill>
          <a:latin typeface="+mn-lt"/>
          <a:ea typeface="+mn-ea"/>
          <a:cs typeface="+mn-cs"/>
        </a:defRPr>
      </a:lvl3pPr>
      <a:lvl4pPr marL="2057697" indent="-293957" algn="l" defTabSz="1175827" rtl="0" eaLnBrk="1" latinLnBrk="0" hangingPunct="1">
        <a:lnSpc>
          <a:spcPct val="90000"/>
        </a:lnSpc>
        <a:spcBef>
          <a:spcPts val="643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4pPr>
      <a:lvl5pPr marL="2645611" indent="-293957" algn="l" defTabSz="1175827" rtl="0" eaLnBrk="1" latinLnBrk="0" hangingPunct="1">
        <a:lnSpc>
          <a:spcPct val="90000"/>
        </a:lnSpc>
        <a:spcBef>
          <a:spcPts val="643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5pPr>
      <a:lvl6pPr marL="3233524" indent="-293957" algn="l" defTabSz="1175827" rtl="0" eaLnBrk="1" latinLnBrk="0" hangingPunct="1">
        <a:lnSpc>
          <a:spcPct val="90000"/>
        </a:lnSpc>
        <a:spcBef>
          <a:spcPts val="643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6pPr>
      <a:lvl7pPr marL="3821438" indent="-293957" algn="l" defTabSz="1175827" rtl="0" eaLnBrk="1" latinLnBrk="0" hangingPunct="1">
        <a:lnSpc>
          <a:spcPct val="90000"/>
        </a:lnSpc>
        <a:spcBef>
          <a:spcPts val="643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7pPr>
      <a:lvl8pPr marL="4409351" indent="-293957" algn="l" defTabSz="1175827" rtl="0" eaLnBrk="1" latinLnBrk="0" hangingPunct="1">
        <a:lnSpc>
          <a:spcPct val="90000"/>
        </a:lnSpc>
        <a:spcBef>
          <a:spcPts val="643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8pPr>
      <a:lvl9pPr marL="4997265" indent="-293957" algn="l" defTabSz="1175827" rtl="0" eaLnBrk="1" latinLnBrk="0" hangingPunct="1">
        <a:lnSpc>
          <a:spcPct val="90000"/>
        </a:lnSpc>
        <a:spcBef>
          <a:spcPts val="643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75827" rtl="0" eaLnBrk="1" latinLnBrk="0" hangingPunct="1"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87913" algn="l" defTabSz="1175827" rtl="0" eaLnBrk="1" latinLnBrk="0" hangingPunct="1">
        <a:defRPr sz="2315" kern="1200">
          <a:solidFill>
            <a:schemeClr val="tx1"/>
          </a:solidFill>
          <a:latin typeface="+mn-lt"/>
          <a:ea typeface="+mn-ea"/>
          <a:cs typeface="+mn-cs"/>
        </a:defRPr>
      </a:lvl2pPr>
      <a:lvl3pPr marL="1175827" algn="l" defTabSz="1175827" rtl="0" eaLnBrk="1" latinLnBrk="0" hangingPunct="1">
        <a:defRPr sz="2315" kern="1200">
          <a:solidFill>
            <a:schemeClr val="tx1"/>
          </a:solidFill>
          <a:latin typeface="+mn-lt"/>
          <a:ea typeface="+mn-ea"/>
          <a:cs typeface="+mn-cs"/>
        </a:defRPr>
      </a:lvl3pPr>
      <a:lvl4pPr marL="1763740" algn="l" defTabSz="1175827" rtl="0" eaLnBrk="1" latinLnBrk="0" hangingPunct="1">
        <a:defRPr sz="2315" kern="1200">
          <a:solidFill>
            <a:schemeClr val="tx1"/>
          </a:solidFill>
          <a:latin typeface="+mn-lt"/>
          <a:ea typeface="+mn-ea"/>
          <a:cs typeface="+mn-cs"/>
        </a:defRPr>
      </a:lvl4pPr>
      <a:lvl5pPr marL="2351654" algn="l" defTabSz="1175827" rtl="0" eaLnBrk="1" latinLnBrk="0" hangingPunct="1">
        <a:defRPr sz="2315" kern="1200">
          <a:solidFill>
            <a:schemeClr val="tx1"/>
          </a:solidFill>
          <a:latin typeface="+mn-lt"/>
          <a:ea typeface="+mn-ea"/>
          <a:cs typeface="+mn-cs"/>
        </a:defRPr>
      </a:lvl5pPr>
      <a:lvl6pPr marL="2939567" algn="l" defTabSz="1175827" rtl="0" eaLnBrk="1" latinLnBrk="0" hangingPunct="1">
        <a:defRPr sz="2315" kern="1200">
          <a:solidFill>
            <a:schemeClr val="tx1"/>
          </a:solidFill>
          <a:latin typeface="+mn-lt"/>
          <a:ea typeface="+mn-ea"/>
          <a:cs typeface="+mn-cs"/>
        </a:defRPr>
      </a:lvl6pPr>
      <a:lvl7pPr marL="3527481" algn="l" defTabSz="1175827" rtl="0" eaLnBrk="1" latinLnBrk="0" hangingPunct="1">
        <a:defRPr sz="2315" kern="1200">
          <a:solidFill>
            <a:schemeClr val="tx1"/>
          </a:solidFill>
          <a:latin typeface="+mn-lt"/>
          <a:ea typeface="+mn-ea"/>
          <a:cs typeface="+mn-cs"/>
        </a:defRPr>
      </a:lvl7pPr>
      <a:lvl8pPr marL="4115394" algn="l" defTabSz="1175827" rtl="0" eaLnBrk="1" latinLnBrk="0" hangingPunct="1">
        <a:defRPr sz="2315" kern="1200">
          <a:solidFill>
            <a:schemeClr val="tx1"/>
          </a:solidFill>
          <a:latin typeface="+mn-lt"/>
          <a:ea typeface="+mn-ea"/>
          <a:cs typeface="+mn-cs"/>
        </a:defRPr>
      </a:lvl8pPr>
      <a:lvl9pPr marL="4703308" algn="l" defTabSz="1175827" rtl="0" eaLnBrk="1" latinLnBrk="0" hangingPunct="1">
        <a:defRPr sz="23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89DB46-FDF0-E8C4-5AB1-16FC3B0C3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832" y="-1"/>
            <a:ext cx="11817923" cy="881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1786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22</cp:revision>
  <dcterms:created xsi:type="dcterms:W3CDTF">2025-07-21T18:17:02Z</dcterms:created>
  <dcterms:modified xsi:type="dcterms:W3CDTF">2025-11-11T17:58:28Z</dcterms:modified>
</cp:coreProperties>
</file>