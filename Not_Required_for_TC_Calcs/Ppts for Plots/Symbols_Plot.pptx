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3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8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0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8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8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1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64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9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43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DD-31DE-4045-AF11-1D151E7CAC6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8E60A-1297-4F69-BB51-F35DCA45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12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ss 3">
            <a:extLst>
              <a:ext uri="{FF2B5EF4-FFF2-40B4-BE49-F238E27FC236}">
                <a16:creationId xmlns:a16="http://schemas.microsoft.com/office/drawing/2014/main" id="{9BAA4B67-207E-4F91-84F5-69BAE32CE3C5}"/>
              </a:ext>
            </a:extLst>
          </p:cNvPr>
          <p:cNvSpPr/>
          <p:nvPr/>
        </p:nvSpPr>
        <p:spPr>
          <a:xfrm>
            <a:off x="1" y="1"/>
            <a:ext cx="4572000" cy="4572000"/>
          </a:xfrm>
          <a:prstGeom prst="plus">
            <a:avLst>
              <a:gd name="adj" fmla="val 2482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65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ss 3">
            <a:extLst>
              <a:ext uri="{FF2B5EF4-FFF2-40B4-BE49-F238E27FC236}">
                <a16:creationId xmlns:a16="http://schemas.microsoft.com/office/drawing/2014/main" id="{9BAA4B67-207E-4F91-84F5-69BAE32CE3C5}"/>
              </a:ext>
            </a:extLst>
          </p:cNvPr>
          <p:cNvSpPr/>
          <p:nvPr/>
        </p:nvSpPr>
        <p:spPr>
          <a:xfrm>
            <a:off x="1" y="1"/>
            <a:ext cx="4572000" cy="4572000"/>
          </a:xfrm>
          <a:prstGeom prst="plus">
            <a:avLst>
              <a:gd name="adj" fmla="val 2482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389C0C47-ACD5-4210-9B79-D7F5E2DA0EED}"/>
              </a:ext>
            </a:extLst>
          </p:cNvPr>
          <p:cNvSpPr>
            <a:spLocks noChangeAspect="1"/>
          </p:cNvSpPr>
          <p:nvPr/>
        </p:nvSpPr>
        <p:spPr>
          <a:xfrm>
            <a:off x="360317" y="297180"/>
            <a:ext cx="3851366" cy="3977640"/>
          </a:xfrm>
          <a:prstGeom prst="plus">
            <a:avLst>
              <a:gd name="adj" fmla="val 311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1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</cp:revision>
  <dcterms:created xsi:type="dcterms:W3CDTF">2025-09-05T20:52:33Z</dcterms:created>
  <dcterms:modified xsi:type="dcterms:W3CDTF">2025-09-05T21:43:59Z</dcterms:modified>
</cp:coreProperties>
</file>