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96" r:id="rId1"/>
  </p:sldMasterIdLst>
  <p:sldIdLst>
    <p:sldId id="256" r:id="rId2"/>
  </p:sldIdLst>
  <p:sldSz cx="13889038" cy="10396538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55" d="100"/>
          <a:sy n="55" d="100"/>
        </p:scale>
        <p:origin x="102" y="50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041678" y="1701471"/>
            <a:ext cx="11805682" cy="3619535"/>
          </a:xfrm>
        </p:spPr>
        <p:txBody>
          <a:bodyPr anchor="b"/>
          <a:lstStyle>
            <a:lvl1pPr algn="ctr">
              <a:defRPr sz="9096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736130" y="5460590"/>
            <a:ext cx="10416779" cy="2510089"/>
          </a:xfrm>
        </p:spPr>
        <p:txBody>
          <a:bodyPr/>
          <a:lstStyle>
            <a:lvl1pPr marL="0" indent="0" algn="ctr">
              <a:buNone/>
              <a:defRPr sz="3638"/>
            </a:lvl1pPr>
            <a:lvl2pPr marL="693115" indent="0" algn="ctr">
              <a:buNone/>
              <a:defRPr sz="3032"/>
            </a:lvl2pPr>
            <a:lvl3pPr marL="1386230" indent="0" algn="ctr">
              <a:buNone/>
              <a:defRPr sz="2729"/>
            </a:lvl3pPr>
            <a:lvl4pPr marL="2079346" indent="0" algn="ctr">
              <a:buNone/>
              <a:defRPr sz="2426"/>
            </a:lvl4pPr>
            <a:lvl5pPr marL="2772461" indent="0" algn="ctr">
              <a:buNone/>
              <a:defRPr sz="2426"/>
            </a:lvl5pPr>
            <a:lvl6pPr marL="3465576" indent="0" algn="ctr">
              <a:buNone/>
              <a:defRPr sz="2426"/>
            </a:lvl6pPr>
            <a:lvl7pPr marL="4158691" indent="0" algn="ctr">
              <a:buNone/>
              <a:defRPr sz="2426"/>
            </a:lvl7pPr>
            <a:lvl8pPr marL="4851806" indent="0" algn="ctr">
              <a:buNone/>
              <a:defRPr sz="2426"/>
            </a:lvl8pPr>
            <a:lvl9pPr marL="5544922" indent="0" algn="ctr">
              <a:buNone/>
              <a:defRPr sz="2426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18B955-F2E7-4772-B03F-365108BC0B3C}" type="datetimeFigureOut">
              <a:rPr lang="en-US" smtClean="0"/>
              <a:t>11/13/2025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3DEFA1-405E-4E84-9F8C-338FC4E5F28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6913318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18B955-F2E7-4772-B03F-365108BC0B3C}" type="datetimeFigureOut">
              <a:rPr lang="en-US" smtClean="0"/>
              <a:t>11/13/2025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3DEFA1-405E-4E84-9F8C-338FC4E5F28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8325031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47638" y="2591918"/>
            <a:ext cx="11979295" cy="4324670"/>
          </a:xfrm>
        </p:spPr>
        <p:txBody>
          <a:bodyPr anchor="b"/>
          <a:lstStyle>
            <a:lvl1pPr>
              <a:defRPr sz="9096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47638" y="6957501"/>
            <a:ext cx="11979295" cy="2274242"/>
          </a:xfrm>
        </p:spPr>
        <p:txBody>
          <a:bodyPr/>
          <a:lstStyle>
            <a:lvl1pPr marL="0" indent="0">
              <a:buNone/>
              <a:defRPr sz="3638">
                <a:solidFill>
                  <a:schemeClr val="tx1"/>
                </a:solidFill>
              </a:defRPr>
            </a:lvl1pPr>
            <a:lvl2pPr marL="693115" indent="0">
              <a:buNone/>
              <a:defRPr sz="3032">
                <a:solidFill>
                  <a:schemeClr val="tx1">
                    <a:tint val="75000"/>
                  </a:schemeClr>
                </a:solidFill>
              </a:defRPr>
            </a:lvl2pPr>
            <a:lvl3pPr marL="1386230" indent="0">
              <a:buNone/>
              <a:defRPr sz="2729">
                <a:solidFill>
                  <a:schemeClr val="tx1">
                    <a:tint val="75000"/>
                  </a:schemeClr>
                </a:solidFill>
              </a:defRPr>
            </a:lvl3pPr>
            <a:lvl4pPr marL="2079346" indent="0">
              <a:buNone/>
              <a:defRPr sz="2426">
                <a:solidFill>
                  <a:schemeClr val="tx1">
                    <a:tint val="75000"/>
                  </a:schemeClr>
                </a:solidFill>
              </a:defRPr>
            </a:lvl4pPr>
            <a:lvl5pPr marL="2772461" indent="0">
              <a:buNone/>
              <a:defRPr sz="2426">
                <a:solidFill>
                  <a:schemeClr val="tx1">
                    <a:tint val="75000"/>
                  </a:schemeClr>
                </a:solidFill>
              </a:defRPr>
            </a:lvl5pPr>
            <a:lvl6pPr marL="3465576" indent="0">
              <a:buNone/>
              <a:defRPr sz="2426">
                <a:solidFill>
                  <a:schemeClr val="tx1">
                    <a:tint val="75000"/>
                  </a:schemeClr>
                </a:solidFill>
              </a:defRPr>
            </a:lvl6pPr>
            <a:lvl7pPr marL="4158691" indent="0">
              <a:buNone/>
              <a:defRPr sz="2426">
                <a:solidFill>
                  <a:schemeClr val="tx1">
                    <a:tint val="75000"/>
                  </a:schemeClr>
                </a:solidFill>
              </a:defRPr>
            </a:lvl7pPr>
            <a:lvl8pPr marL="4851806" indent="0">
              <a:buNone/>
              <a:defRPr sz="2426">
                <a:solidFill>
                  <a:schemeClr val="tx1">
                    <a:tint val="75000"/>
                  </a:schemeClr>
                </a:solidFill>
              </a:defRPr>
            </a:lvl8pPr>
            <a:lvl9pPr marL="5544922" indent="0">
              <a:buNone/>
              <a:defRPr sz="2426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18B955-F2E7-4772-B03F-365108BC0B3C}" type="datetimeFigureOut">
              <a:rPr lang="en-US" smtClean="0"/>
              <a:t>11/13/2025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3DEFA1-405E-4E84-9F8C-338FC4E5F28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3368985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954871" y="2767597"/>
            <a:ext cx="5902841" cy="659650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7031326" y="2767597"/>
            <a:ext cx="5902841" cy="659650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18B955-F2E7-4772-B03F-365108BC0B3C}" type="datetimeFigureOut">
              <a:rPr lang="en-US" smtClean="0"/>
              <a:t>11/13/2025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3DEFA1-405E-4E84-9F8C-338FC4E5F28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0933040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56681" y="553522"/>
            <a:ext cx="11979295" cy="200951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56682" y="2548596"/>
            <a:ext cx="5875713" cy="1249028"/>
          </a:xfrm>
        </p:spPr>
        <p:txBody>
          <a:bodyPr anchor="b"/>
          <a:lstStyle>
            <a:lvl1pPr marL="0" indent="0">
              <a:buNone/>
              <a:defRPr sz="3638" b="1"/>
            </a:lvl1pPr>
            <a:lvl2pPr marL="693115" indent="0">
              <a:buNone/>
              <a:defRPr sz="3032" b="1"/>
            </a:lvl2pPr>
            <a:lvl3pPr marL="1386230" indent="0">
              <a:buNone/>
              <a:defRPr sz="2729" b="1"/>
            </a:lvl3pPr>
            <a:lvl4pPr marL="2079346" indent="0">
              <a:buNone/>
              <a:defRPr sz="2426" b="1"/>
            </a:lvl4pPr>
            <a:lvl5pPr marL="2772461" indent="0">
              <a:buNone/>
              <a:defRPr sz="2426" b="1"/>
            </a:lvl5pPr>
            <a:lvl6pPr marL="3465576" indent="0">
              <a:buNone/>
              <a:defRPr sz="2426" b="1"/>
            </a:lvl6pPr>
            <a:lvl7pPr marL="4158691" indent="0">
              <a:buNone/>
              <a:defRPr sz="2426" b="1"/>
            </a:lvl7pPr>
            <a:lvl8pPr marL="4851806" indent="0">
              <a:buNone/>
              <a:defRPr sz="2426" b="1"/>
            </a:lvl8pPr>
            <a:lvl9pPr marL="5544922" indent="0">
              <a:buNone/>
              <a:defRPr sz="2426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956682" y="3797624"/>
            <a:ext cx="5875713" cy="5585733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7031326" y="2548596"/>
            <a:ext cx="5904650" cy="1249028"/>
          </a:xfrm>
        </p:spPr>
        <p:txBody>
          <a:bodyPr anchor="b"/>
          <a:lstStyle>
            <a:lvl1pPr marL="0" indent="0">
              <a:buNone/>
              <a:defRPr sz="3638" b="1"/>
            </a:lvl1pPr>
            <a:lvl2pPr marL="693115" indent="0">
              <a:buNone/>
              <a:defRPr sz="3032" b="1"/>
            </a:lvl2pPr>
            <a:lvl3pPr marL="1386230" indent="0">
              <a:buNone/>
              <a:defRPr sz="2729" b="1"/>
            </a:lvl3pPr>
            <a:lvl4pPr marL="2079346" indent="0">
              <a:buNone/>
              <a:defRPr sz="2426" b="1"/>
            </a:lvl4pPr>
            <a:lvl5pPr marL="2772461" indent="0">
              <a:buNone/>
              <a:defRPr sz="2426" b="1"/>
            </a:lvl5pPr>
            <a:lvl6pPr marL="3465576" indent="0">
              <a:buNone/>
              <a:defRPr sz="2426" b="1"/>
            </a:lvl6pPr>
            <a:lvl7pPr marL="4158691" indent="0">
              <a:buNone/>
              <a:defRPr sz="2426" b="1"/>
            </a:lvl7pPr>
            <a:lvl8pPr marL="4851806" indent="0">
              <a:buNone/>
              <a:defRPr sz="2426" b="1"/>
            </a:lvl8pPr>
            <a:lvl9pPr marL="5544922" indent="0">
              <a:buNone/>
              <a:defRPr sz="2426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7031326" y="3797624"/>
            <a:ext cx="5904650" cy="5585733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18B955-F2E7-4772-B03F-365108BC0B3C}" type="datetimeFigureOut">
              <a:rPr lang="en-US" smtClean="0"/>
              <a:t>11/13/2025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3DEFA1-405E-4E84-9F8C-338FC4E5F28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4015663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18B955-F2E7-4772-B03F-365108BC0B3C}" type="datetimeFigureOut">
              <a:rPr lang="en-US" smtClean="0"/>
              <a:t>11/13/2025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3DEFA1-405E-4E84-9F8C-338FC4E5F28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9880209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18B955-F2E7-4772-B03F-365108BC0B3C}" type="datetimeFigureOut">
              <a:rPr lang="en-US" smtClean="0"/>
              <a:t>11/13/2025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3DEFA1-405E-4E84-9F8C-338FC4E5F28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8031505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56681" y="693102"/>
            <a:ext cx="4479576" cy="2425859"/>
          </a:xfrm>
        </p:spPr>
        <p:txBody>
          <a:bodyPr anchor="b"/>
          <a:lstStyle>
            <a:lvl1pPr>
              <a:defRPr sz="4851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904650" y="1496911"/>
            <a:ext cx="7031325" cy="7388280"/>
          </a:xfrm>
        </p:spPr>
        <p:txBody>
          <a:bodyPr/>
          <a:lstStyle>
            <a:lvl1pPr>
              <a:defRPr sz="4851"/>
            </a:lvl1pPr>
            <a:lvl2pPr>
              <a:defRPr sz="4245"/>
            </a:lvl2pPr>
            <a:lvl3pPr>
              <a:defRPr sz="3638"/>
            </a:lvl3pPr>
            <a:lvl4pPr>
              <a:defRPr sz="3032"/>
            </a:lvl4pPr>
            <a:lvl5pPr>
              <a:defRPr sz="3032"/>
            </a:lvl5pPr>
            <a:lvl6pPr>
              <a:defRPr sz="3032"/>
            </a:lvl6pPr>
            <a:lvl7pPr>
              <a:defRPr sz="3032"/>
            </a:lvl7pPr>
            <a:lvl8pPr>
              <a:defRPr sz="3032"/>
            </a:lvl8pPr>
            <a:lvl9pPr>
              <a:defRPr sz="3032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56681" y="3118961"/>
            <a:ext cx="4479576" cy="5778262"/>
          </a:xfrm>
        </p:spPr>
        <p:txBody>
          <a:bodyPr/>
          <a:lstStyle>
            <a:lvl1pPr marL="0" indent="0">
              <a:buNone/>
              <a:defRPr sz="2426"/>
            </a:lvl1pPr>
            <a:lvl2pPr marL="693115" indent="0">
              <a:buNone/>
              <a:defRPr sz="2122"/>
            </a:lvl2pPr>
            <a:lvl3pPr marL="1386230" indent="0">
              <a:buNone/>
              <a:defRPr sz="1819"/>
            </a:lvl3pPr>
            <a:lvl4pPr marL="2079346" indent="0">
              <a:buNone/>
              <a:defRPr sz="1516"/>
            </a:lvl4pPr>
            <a:lvl5pPr marL="2772461" indent="0">
              <a:buNone/>
              <a:defRPr sz="1516"/>
            </a:lvl5pPr>
            <a:lvl6pPr marL="3465576" indent="0">
              <a:buNone/>
              <a:defRPr sz="1516"/>
            </a:lvl6pPr>
            <a:lvl7pPr marL="4158691" indent="0">
              <a:buNone/>
              <a:defRPr sz="1516"/>
            </a:lvl7pPr>
            <a:lvl8pPr marL="4851806" indent="0">
              <a:buNone/>
              <a:defRPr sz="1516"/>
            </a:lvl8pPr>
            <a:lvl9pPr marL="5544922" indent="0">
              <a:buNone/>
              <a:defRPr sz="1516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18B955-F2E7-4772-B03F-365108BC0B3C}" type="datetimeFigureOut">
              <a:rPr lang="en-US" smtClean="0"/>
              <a:t>11/13/2025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3DEFA1-405E-4E84-9F8C-338FC4E5F28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6514704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56681" y="693102"/>
            <a:ext cx="4479576" cy="2425859"/>
          </a:xfrm>
        </p:spPr>
        <p:txBody>
          <a:bodyPr anchor="b"/>
          <a:lstStyle>
            <a:lvl1pPr>
              <a:defRPr sz="4851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904650" y="1496911"/>
            <a:ext cx="7031325" cy="7388280"/>
          </a:xfrm>
        </p:spPr>
        <p:txBody>
          <a:bodyPr anchor="t"/>
          <a:lstStyle>
            <a:lvl1pPr marL="0" indent="0">
              <a:buNone/>
              <a:defRPr sz="4851"/>
            </a:lvl1pPr>
            <a:lvl2pPr marL="693115" indent="0">
              <a:buNone/>
              <a:defRPr sz="4245"/>
            </a:lvl2pPr>
            <a:lvl3pPr marL="1386230" indent="0">
              <a:buNone/>
              <a:defRPr sz="3638"/>
            </a:lvl3pPr>
            <a:lvl4pPr marL="2079346" indent="0">
              <a:buNone/>
              <a:defRPr sz="3032"/>
            </a:lvl4pPr>
            <a:lvl5pPr marL="2772461" indent="0">
              <a:buNone/>
              <a:defRPr sz="3032"/>
            </a:lvl5pPr>
            <a:lvl6pPr marL="3465576" indent="0">
              <a:buNone/>
              <a:defRPr sz="3032"/>
            </a:lvl6pPr>
            <a:lvl7pPr marL="4158691" indent="0">
              <a:buNone/>
              <a:defRPr sz="3032"/>
            </a:lvl7pPr>
            <a:lvl8pPr marL="4851806" indent="0">
              <a:buNone/>
              <a:defRPr sz="3032"/>
            </a:lvl8pPr>
            <a:lvl9pPr marL="5544922" indent="0">
              <a:buNone/>
              <a:defRPr sz="3032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56681" y="3118961"/>
            <a:ext cx="4479576" cy="5778262"/>
          </a:xfrm>
        </p:spPr>
        <p:txBody>
          <a:bodyPr/>
          <a:lstStyle>
            <a:lvl1pPr marL="0" indent="0">
              <a:buNone/>
              <a:defRPr sz="2426"/>
            </a:lvl1pPr>
            <a:lvl2pPr marL="693115" indent="0">
              <a:buNone/>
              <a:defRPr sz="2122"/>
            </a:lvl2pPr>
            <a:lvl3pPr marL="1386230" indent="0">
              <a:buNone/>
              <a:defRPr sz="1819"/>
            </a:lvl3pPr>
            <a:lvl4pPr marL="2079346" indent="0">
              <a:buNone/>
              <a:defRPr sz="1516"/>
            </a:lvl4pPr>
            <a:lvl5pPr marL="2772461" indent="0">
              <a:buNone/>
              <a:defRPr sz="1516"/>
            </a:lvl5pPr>
            <a:lvl6pPr marL="3465576" indent="0">
              <a:buNone/>
              <a:defRPr sz="1516"/>
            </a:lvl6pPr>
            <a:lvl7pPr marL="4158691" indent="0">
              <a:buNone/>
              <a:defRPr sz="1516"/>
            </a:lvl7pPr>
            <a:lvl8pPr marL="4851806" indent="0">
              <a:buNone/>
              <a:defRPr sz="1516"/>
            </a:lvl8pPr>
            <a:lvl9pPr marL="5544922" indent="0">
              <a:buNone/>
              <a:defRPr sz="1516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18B955-F2E7-4772-B03F-365108BC0B3C}" type="datetimeFigureOut">
              <a:rPr lang="en-US" smtClean="0"/>
              <a:t>11/13/2025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3DEFA1-405E-4E84-9F8C-338FC4E5F28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5540544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18B955-F2E7-4772-B03F-365108BC0B3C}" type="datetimeFigureOut">
              <a:rPr lang="en-US" smtClean="0"/>
              <a:t>11/13/2025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3DEFA1-405E-4E84-9F8C-338FC4E5F28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3224822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939343" y="553520"/>
            <a:ext cx="2994824" cy="8810585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954872" y="553520"/>
            <a:ext cx="8810858" cy="8810585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18B955-F2E7-4772-B03F-365108BC0B3C}" type="datetimeFigureOut">
              <a:rPr lang="en-US" smtClean="0"/>
              <a:t>11/13/2025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3DEFA1-405E-4E84-9F8C-338FC4E5F28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5663730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954872" y="553522"/>
            <a:ext cx="11979295" cy="2009517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54872" y="2767597"/>
            <a:ext cx="11979295" cy="659650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954871" y="9636053"/>
            <a:ext cx="3125034" cy="55351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819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118B955-F2E7-4772-B03F-365108BC0B3C}" type="datetimeFigureOut">
              <a:rPr lang="en-US" smtClean="0"/>
              <a:t>11/13/2025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600744" y="9636053"/>
            <a:ext cx="4687550" cy="55351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819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9809133" y="9636053"/>
            <a:ext cx="3125034" cy="55351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819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C3DEFA1-405E-4E84-9F8C-338FC4E5F28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2308232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7" r:id="rId1"/>
    <p:sldLayoutId id="2147483698" r:id="rId2"/>
    <p:sldLayoutId id="2147483699" r:id="rId3"/>
    <p:sldLayoutId id="2147483700" r:id="rId4"/>
    <p:sldLayoutId id="2147483701" r:id="rId5"/>
    <p:sldLayoutId id="2147483702" r:id="rId6"/>
    <p:sldLayoutId id="2147483703" r:id="rId7"/>
    <p:sldLayoutId id="2147483704" r:id="rId8"/>
    <p:sldLayoutId id="2147483705" r:id="rId9"/>
    <p:sldLayoutId id="2147483706" r:id="rId10"/>
    <p:sldLayoutId id="2147483707" r:id="rId11"/>
  </p:sldLayoutIdLst>
  <p:txStyles>
    <p:titleStyle>
      <a:lvl1pPr algn="l" defTabSz="1386230" rtl="0" eaLnBrk="1" latinLnBrk="0" hangingPunct="1">
        <a:lnSpc>
          <a:spcPct val="90000"/>
        </a:lnSpc>
        <a:spcBef>
          <a:spcPct val="0"/>
        </a:spcBef>
        <a:buNone/>
        <a:defRPr sz="667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6558" indent="-346558" algn="l" defTabSz="1386230" rtl="0" eaLnBrk="1" latinLnBrk="0" hangingPunct="1">
        <a:lnSpc>
          <a:spcPct val="90000"/>
        </a:lnSpc>
        <a:spcBef>
          <a:spcPts val="1516"/>
        </a:spcBef>
        <a:buFont typeface="Arial" panose="020B0604020202020204" pitchFamily="34" charset="0"/>
        <a:buChar char="•"/>
        <a:defRPr sz="4245" kern="1200">
          <a:solidFill>
            <a:schemeClr val="tx1"/>
          </a:solidFill>
          <a:latin typeface="+mn-lt"/>
          <a:ea typeface="+mn-ea"/>
          <a:cs typeface="+mn-cs"/>
        </a:defRPr>
      </a:lvl1pPr>
      <a:lvl2pPr marL="1039673" indent="-346558" algn="l" defTabSz="1386230" rtl="0" eaLnBrk="1" latinLnBrk="0" hangingPunct="1">
        <a:lnSpc>
          <a:spcPct val="90000"/>
        </a:lnSpc>
        <a:spcBef>
          <a:spcPts val="758"/>
        </a:spcBef>
        <a:buFont typeface="Arial" panose="020B0604020202020204" pitchFamily="34" charset="0"/>
        <a:buChar char="•"/>
        <a:defRPr sz="3638" kern="1200">
          <a:solidFill>
            <a:schemeClr val="tx1"/>
          </a:solidFill>
          <a:latin typeface="+mn-lt"/>
          <a:ea typeface="+mn-ea"/>
          <a:cs typeface="+mn-cs"/>
        </a:defRPr>
      </a:lvl2pPr>
      <a:lvl3pPr marL="1732788" indent="-346558" algn="l" defTabSz="1386230" rtl="0" eaLnBrk="1" latinLnBrk="0" hangingPunct="1">
        <a:lnSpc>
          <a:spcPct val="90000"/>
        </a:lnSpc>
        <a:spcBef>
          <a:spcPts val="758"/>
        </a:spcBef>
        <a:buFont typeface="Arial" panose="020B0604020202020204" pitchFamily="34" charset="0"/>
        <a:buChar char="•"/>
        <a:defRPr sz="3032" kern="1200">
          <a:solidFill>
            <a:schemeClr val="tx1"/>
          </a:solidFill>
          <a:latin typeface="+mn-lt"/>
          <a:ea typeface="+mn-ea"/>
          <a:cs typeface="+mn-cs"/>
        </a:defRPr>
      </a:lvl3pPr>
      <a:lvl4pPr marL="2425903" indent="-346558" algn="l" defTabSz="1386230" rtl="0" eaLnBrk="1" latinLnBrk="0" hangingPunct="1">
        <a:lnSpc>
          <a:spcPct val="90000"/>
        </a:lnSpc>
        <a:spcBef>
          <a:spcPts val="758"/>
        </a:spcBef>
        <a:buFont typeface="Arial" panose="020B0604020202020204" pitchFamily="34" charset="0"/>
        <a:buChar char="•"/>
        <a:defRPr sz="2729" kern="1200">
          <a:solidFill>
            <a:schemeClr val="tx1"/>
          </a:solidFill>
          <a:latin typeface="+mn-lt"/>
          <a:ea typeface="+mn-ea"/>
          <a:cs typeface="+mn-cs"/>
        </a:defRPr>
      </a:lvl4pPr>
      <a:lvl5pPr marL="3119018" indent="-346558" algn="l" defTabSz="1386230" rtl="0" eaLnBrk="1" latinLnBrk="0" hangingPunct="1">
        <a:lnSpc>
          <a:spcPct val="90000"/>
        </a:lnSpc>
        <a:spcBef>
          <a:spcPts val="758"/>
        </a:spcBef>
        <a:buFont typeface="Arial" panose="020B0604020202020204" pitchFamily="34" charset="0"/>
        <a:buChar char="•"/>
        <a:defRPr sz="2729" kern="1200">
          <a:solidFill>
            <a:schemeClr val="tx1"/>
          </a:solidFill>
          <a:latin typeface="+mn-lt"/>
          <a:ea typeface="+mn-ea"/>
          <a:cs typeface="+mn-cs"/>
        </a:defRPr>
      </a:lvl5pPr>
      <a:lvl6pPr marL="3812134" indent="-346558" algn="l" defTabSz="1386230" rtl="0" eaLnBrk="1" latinLnBrk="0" hangingPunct="1">
        <a:lnSpc>
          <a:spcPct val="90000"/>
        </a:lnSpc>
        <a:spcBef>
          <a:spcPts val="758"/>
        </a:spcBef>
        <a:buFont typeface="Arial" panose="020B0604020202020204" pitchFamily="34" charset="0"/>
        <a:buChar char="•"/>
        <a:defRPr sz="2729" kern="1200">
          <a:solidFill>
            <a:schemeClr val="tx1"/>
          </a:solidFill>
          <a:latin typeface="+mn-lt"/>
          <a:ea typeface="+mn-ea"/>
          <a:cs typeface="+mn-cs"/>
        </a:defRPr>
      </a:lvl6pPr>
      <a:lvl7pPr marL="4505249" indent="-346558" algn="l" defTabSz="1386230" rtl="0" eaLnBrk="1" latinLnBrk="0" hangingPunct="1">
        <a:lnSpc>
          <a:spcPct val="90000"/>
        </a:lnSpc>
        <a:spcBef>
          <a:spcPts val="758"/>
        </a:spcBef>
        <a:buFont typeface="Arial" panose="020B0604020202020204" pitchFamily="34" charset="0"/>
        <a:buChar char="•"/>
        <a:defRPr sz="2729" kern="1200">
          <a:solidFill>
            <a:schemeClr val="tx1"/>
          </a:solidFill>
          <a:latin typeface="+mn-lt"/>
          <a:ea typeface="+mn-ea"/>
          <a:cs typeface="+mn-cs"/>
        </a:defRPr>
      </a:lvl7pPr>
      <a:lvl8pPr marL="5198364" indent="-346558" algn="l" defTabSz="1386230" rtl="0" eaLnBrk="1" latinLnBrk="0" hangingPunct="1">
        <a:lnSpc>
          <a:spcPct val="90000"/>
        </a:lnSpc>
        <a:spcBef>
          <a:spcPts val="758"/>
        </a:spcBef>
        <a:buFont typeface="Arial" panose="020B0604020202020204" pitchFamily="34" charset="0"/>
        <a:buChar char="•"/>
        <a:defRPr sz="2729" kern="1200">
          <a:solidFill>
            <a:schemeClr val="tx1"/>
          </a:solidFill>
          <a:latin typeface="+mn-lt"/>
          <a:ea typeface="+mn-ea"/>
          <a:cs typeface="+mn-cs"/>
        </a:defRPr>
      </a:lvl8pPr>
      <a:lvl9pPr marL="5891479" indent="-346558" algn="l" defTabSz="1386230" rtl="0" eaLnBrk="1" latinLnBrk="0" hangingPunct="1">
        <a:lnSpc>
          <a:spcPct val="90000"/>
        </a:lnSpc>
        <a:spcBef>
          <a:spcPts val="758"/>
        </a:spcBef>
        <a:buFont typeface="Arial" panose="020B0604020202020204" pitchFamily="34" charset="0"/>
        <a:buChar char="•"/>
        <a:defRPr sz="2729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1386230" rtl="0" eaLnBrk="1" latinLnBrk="0" hangingPunct="1">
        <a:defRPr sz="2729" kern="1200">
          <a:solidFill>
            <a:schemeClr val="tx1"/>
          </a:solidFill>
          <a:latin typeface="+mn-lt"/>
          <a:ea typeface="+mn-ea"/>
          <a:cs typeface="+mn-cs"/>
        </a:defRPr>
      </a:lvl1pPr>
      <a:lvl2pPr marL="693115" algn="l" defTabSz="1386230" rtl="0" eaLnBrk="1" latinLnBrk="0" hangingPunct="1">
        <a:defRPr sz="2729" kern="1200">
          <a:solidFill>
            <a:schemeClr val="tx1"/>
          </a:solidFill>
          <a:latin typeface="+mn-lt"/>
          <a:ea typeface="+mn-ea"/>
          <a:cs typeface="+mn-cs"/>
        </a:defRPr>
      </a:lvl2pPr>
      <a:lvl3pPr marL="1386230" algn="l" defTabSz="1386230" rtl="0" eaLnBrk="1" latinLnBrk="0" hangingPunct="1">
        <a:defRPr sz="2729" kern="1200">
          <a:solidFill>
            <a:schemeClr val="tx1"/>
          </a:solidFill>
          <a:latin typeface="+mn-lt"/>
          <a:ea typeface="+mn-ea"/>
          <a:cs typeface="+mn-cs"/>
        </a:defRPr>
      </a:lvl3pPr>
      <a:lvl4pPr marL="2079346" algn="l" defTabSz="1386230" rtl="0" eaLnBrk="1" latinLnBrk="0" hangingPunct="1">
        <a:defRPr sz="2729" kern="1200">
          <a:solidFill>
            <a:schemeClr val="tx1"/>
          </a:solidFill>
          <a:latin typeface="+mn-lt"/>
          <a:ea typeface="+mn-ea"/>
          <a:cs typeface="+mn-cs"/>
        </a:defRPr>
      </a:lvl4pPr>
      <a:lvl5pPr marL="2772461" algn="l" defTabSz="1386230" rtl="0" eaLnBrk="1" latinLnBrk="0" hangingPunct="1">
        <a:defRPr sz="2729" kern="1200">
          <a:solidFill>
            <a:schemeClr val="tx1"/>
          </a:solidFill>
          <a:latin typeface="+mn-lt"/>
          <a:ea typeface="+mn-ea"/>
          <a:cs typeface="+mn-cs"/>
        </a:defRPr>
      </a:lvl5pPr>
      <a:lvl6pPr marL="3465576" algn="l" defTabSz="1386230" rtl="0" eaLnBrk="1" latinLnBrk="0" hangingPunct="1">
        <a:defRPr sz="2729" kern="1200">
          <a:solidFill>
            <a:schemeClr val="tx1"/>
          </a:solidFill>
          <a:latin typeface="+mn-lt"/>
          <a:ea typeface="+mn-ea"/>
          <a:cs typeface="+mn-cs"/>
        </a:defRPr>
      </a:lvl6pPr>
      <a:lvl7pPr marL="4158691" algn="l" defTabSz="1386230" rtl="0" eaLnBrk="1" latinLnBrk="0" hangingPunct="1">
        <a:defRPr sz="2729" kern="1200">
          <a:solidFill>
            <a:schemeClr val="tx1"/>
          </a:solidFill>
          <a:latin typeface="+mn-lt"/>
          <a:ea typeface="+mn-ea"/>
          <a:cs typeface="+mn-cs"/>
        </a:defRPr>
      </a:lvl7pPr>
      <a:lvl8pPr marL="4851806" algn="l" defTabSz="1386230" rtl="0" eaLnBrk="1" latinLnBrk="0" hangingPunct="1">
        <a:defRPr sz="2729" kern="1200">
          <a:solidFill>
            <a:schemeClr val="tx1"/>
          </a:solidFill>
          <a:latin typeface="+mn-lt"/>
          <a:ea typeface="+mn-ea"/>
          <a:cs typeface="+mn-cs"/>
        </a:defRPr>
      </a:lvl8pPr>
      <a:lvl9pPr marL="5544922" algn="l" defTabSz="1386230" rtl="0" eaLnBrk="1" latinLnBrk="0" hangingPunct="1">
        <a:defRPr sz="2729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emf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Picture 11">
            <a:extLst>
              <a:ext uri="{FF2B5EF4-FFF2-40B4-BE49-F238E27FC236}">
                <a16:creationId xmlns:a16="http://schemas.microsoft.com/office/drawing/2014/main" id="{40E44CB5-30C4-E7BB-6A04-E7269B0F164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58056" y="-249381"/>
            <a:ext cx="13889038" cy="1067205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9070204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2013 - 2022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5772</TotalTime>
  <Words>0</Words>
  <Application>Microsoft Office PowerPoint</Application>
  <PresentationFormat>Custom</PresentationFormat>
  <Paragraphs>0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Arial</vt:lpstr>
      <vt:lpstr>Calibri</vt:lpstr>
      <vt:lpstr>Calibri Light</vt:lpstr>
      <vt:lpstr>Office 2013 - 2022 Theme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Jacob Numbers</dc:creator>
  <cp:lastModifiedBy>Jacob Numbers</cp:lastModifiedBy>
  <cp:revision>17</cp:revision>
  <dcterms:created xsi:type="dcterms:W3CDTF">2025-07-21T18:17:02Z</dcterms:created>
  <dcterms:modified xsi:type="dcterms:W3CDTF">2025-11-13T21:12:45Z</dcterms:modified>
</cp:coreProperties>
</file>