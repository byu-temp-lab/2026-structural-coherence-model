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49" d="100"/>
          <a:sy n="49" d="100"/>
        </p:scale>
        <p:origin x="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8EA450-2CCB-8821-D41D-972B7333D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012"/>
            <a:ext cx="13889038" cy="1049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21</cp:revision>
  <dcterms:created xsi:type="dcterms:W3CDTF">2025-07-21T18:17:02Z</dcterms:created>
  <dcterms:modified xsi:type="dcterms:W3CDTF">2025-10-16T18:15:15Z</dcterms:modified>
</cp:coreProperties>
</file>