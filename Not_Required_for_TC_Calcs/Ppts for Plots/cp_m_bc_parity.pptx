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3889038" cy="10396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6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1678" y="1701471"/>
            <a:ext cx="11805682" cy="3619535"/>
          </a:xfrm>
        </p:spPr>
        <p:txBody>
          <a:bodyPr anchor="b"/>
          <a:lstStyle>
            <a:lvl1pPr algn="ctr">
              <a:defRPr sz="90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6130" y="5460590"/>
            <a:ext cx="10416779" cy="2510089"/>
          </a:xfrm>
        </p:spPr>
        <p:txBody>
          <a:bodyPr/>
          <a:lstStyle>
            <a:lvl1pPr marL="0" indent="0" algn="ctr">
              <a:buNone/>
              <a:defRPr sz="3638"/>
            </a:lvl1pPr>
            <a:lvl2pPr marL="693115" indent="0" algn="ctr">
              <a:buNone/>
              <a:defRPr sz="3032"/>
            </a:lvl2pPr>
            <a:lvl3pPr marL="1386230" indent="0" algn="ctr">
              <a:buNone/>
              <a:defRPr sz="2729"/>
            </a:lvl3pPr>
            <a:lvl4pPr marL="2079346" indent="0" algn="ctr">
              <a:buNone/>
              <a:defRPr sz="2426"/>
            </a:lvl4pPr>
            <a:lvl5pPr marL="2772461" indent="0" algn="ctr">
              <a:buNone/>
              <a:defRPr sz="2426"/>
            </a:lvl5pPr>
            <a:lvl6pPr marL="3465576" indent="0" algn="ctr">
              <a:buNone/>
              <a:defRPr sz="2426"/>
            </a:lvl6pPr>
            <a:lvl7pPr marL="4158691" indent="0" algn="ctr">
              <a:buNone/>
              <a:defRPr sz="2426"/>
            </a:lvl7pPr>
            <a:lvl8pPr marL="4851806" indent="0" algn="ctr">
              <a:buNone/>
              <a:defRPr sz="2426"/>
            </a:lvl8pPr>
            <a:lvl9pPr marL="5544922" indent="0" algn="ctr">
              <a:buNone/>
              <a:defRPr sz="242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13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50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7638" y="2591918"/>
            <a:ext cx="11979295" cy="4324670"/>
          </a:xfrm>
        </p:spPr>
        <p:txBody>
          <a:bodyPr anchor="b"/>
          <a:lstStyle>
            <a:lvl1pPr>
              <a:defRPr sz="90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7638" y="6957501"/>
            <a:ext cx="11979295" cy="2274242"/>
          </a:xfrm>
        </p:spPr>
        <p:txBody>
          <a:bodyPr/>
          <a:lstStyle>
            <a:lvl1pPr marL="0" indent="0">
              <a:buNone/>
              <a:defRPr sz="3638">
                <a:solidFill>
                  <a:schemeClr val="tx1"/>
                </a:solidFill>
              </a:defRPr>
            </a:lvl1pPr>
            <a:lvl2pPr marL="693115" indent="0">
              <a:buNone/>
              <a:defRPr sz="3032">
                <a:solidFill>
                  <a:schemeClr val="tx1">
                    <a:tint val="75000"/>
                  </a:schemeClr>
                </a:solidFill>
              </a:defRPr>
            </a:lvl2pPr>
            <a:lvl3pPr marL="1386230" indent="0">
              <a:buNone/>
              <a:defRPr sz="2729">
                <a:solidFill>
                  <a:schemeClr val="tx1">
                    <a:tint val="75000"/>
                  </a:schemeClr>
                </a:solidFill>
              </a:defRPr>
            </a:lvl3pPr>
            <a:lvl4pPr marL="207934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4pPr>
            <a:lvl5pPr marL="2772461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5pPr>
            <a:lvl6pPr marL="346557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6pPr>
            <a:lvl7pPr marL="4158691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7pPr>
            <a:lvl8pPr marL="485180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8pPr>
            <a:lvl9pPr marL="5544922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89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4871" y="2767597"/>
            <a:ext cx="5902841" cy="65965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1326" y="2767597"/>
            <a:ext cx="5902841" cy="65965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30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553522"/>
            <a:ext cx="11979295" cy="2009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6682" y="2548596"/>
            <a:ext cx="5875713" cy="1249028"/>
          </a:xfrm>
        </p:spPr>
        <p:txBody>
          <a:bodyPr anchor="b"/>
          <a:lstStyle>
            <a:lvl1pPr marL="0" indent="0">
              <a:buNone/>
              <a:defRPr sz="3638" b="1"/>
            </a:lvl1pPr>
            <a:lvl2pPr marL="693115" indent="0">
              <a:buNone/>
              <a:defRPr sz="3032" b="1"/>
            </a:lvl2pPr>
            <a:lvl3pPr marL="1386230" indent="0">
              <a:buNone/>
              <a:defRPr sz="2729" b="1"/>
            </a:lvl3pPr>
            <a:lvl4pPr marL="2079346" indent="0">
              <a:buNone/>
              <a:defRPr sz="2426" b="1"/>
            </a:lvl4pPr>
            <a:lvl5pPr marL="2772461" indent="0">
              <a:buNone/>
              <a:defRPr sz="2426" b="1"/>
            </a:lvl5pPr>
            <a:lvl6pPr marL="3465576" indent="0">
              <a:buNone/>
              <a:defRPr sz="2426" b="1"/>
            </a:lvl6pPr>
            <a:lvl7pPr marL="4158691" indent="0">
              <a:buNone/>
              <a:defRPr sz="2426" b="1"/>
            </a:lvl7pPr>
            <a:lvl8pPr marL="4851806" indent="0">
              <a:buNone/>
              <a:defRPr sz="2426" b="1"/>
            </a:lvl8pPr>
            <a:lvl9pPr marL="5544922" indent="0">
              <a:buNone/>
              <a:defRPr sz="242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6682" y="3797624"/>
            <a:ext cx="5875713" cy="55857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31326" y="2548596"/>
            <a:ext cx="5904650" cy="1249028"/>
          </a:xfrm>
        </p:spPr>
        <p:txBody>
          <a:bodyPr anchor="b"/>
          <a:lstStyle>
            <a:lvl1pPr marL="0" indent="0">
              <a:buNone/>
              <a:defRPr sz="3638" b="1"/>
            </a:lvl1pPr>
            <a:lvl2pPr marL="693115" indent="0">
              <a:buNone/>
              <a:defRPr sz="3032" b="1"/>
            </a:lvl2pPr>
            <a:lvl3pPr marL="1386230" indent="0">
              <a:buNone/>
              <a:defRPr sz="2729" b="1"/>
            </a:lvl3pPr>
            <a:lvl4pPr marL="2079346" indent="0">
              <a:buNone/>
              <a:defRPr sz="2426" b="1"/>
            </a:lvl4pPr>
            <a:lvl5pPr marL="2772461" indent="0">
              <a:buNone/>
              <a:defRPr sz="2426" b="1"/>
            </a:lvl5pPr>
            <a:lvl6pPr marL="3465576" indent="0">
              <a:buNone/>
              <a:defRPr sz="2426" b="1"/>
            </a:lvl6pPr>
            <a:lvl7pPr marL="4158691" indent="0">
              <a:buNone/>
              <a:defRPr sz="2426" b="1"/>
            </a:lvl7pPr>
            <a:lvl8pPr marL="4851806" indent="0">
              <a:buNone/>
              <a:defRPr sz="2426" b="1"/>
            </a:lvl8pPr>
            <a:lvl9pPr marL="5544922" indent="0">
              <a:buNone/>
              <a:defRPr sz="242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31326" y="3797624"/>
            <a:ext cx="5904650" cy="55857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156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02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315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693102"/>
            <a:ext cx="4479576" cy="2425859"/>
          </a:xfrm>
        </p:spPr>
        <p:txBody>
          <a:bodyPr anchor="b"/>
          <a:lstStyle>
            <a:lvl1pPr>
              <a:defRPr sz="48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4650" y="1496911"/>
            <a:ext cx="7031325" cy="7388280"/>
          </a:xfrm>
        </p:spPr>
        <p:txBody>
          <a:bodyPr/>
          <a:lstStyle>
            <a:lvl1pPr>
              <a:defRPr sz="4851"/>
            </a:lvl1pPr>
            <a:lvl2pPr>
              <a:defRPr sz="4245"/>
            </a:lvl2pPr>
            <a:lvl3pPr>
              <a:defRPr sz="3638"/>
            </a:lvl3pPr>
            <a:lvl4pPr>
              <a:defRPr sz="3032"/>
            </a:lvl4pPr>
            <a:lvl5pPr>
              <a:defRPr sz="3032"/>
            </a:lvl5pPr>
            <a:lvl6pPr>
              <a:defRPr sz="3032"/>
            </a:lvl6pPr>
            <a:lvl7pPr>
              <a:defRPr sz="3032"/>
            </a:lvl7pPr>
            <a:lvl8pPr>
              <a:defRPr sz="3032"/>
            </a:lvl8pPr>
            <a:lvl9pPr>
              <a:defRPr sz="3032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681" y="3118961"/>
            <a:ext cx="4479576" cy="5778262"/>
          </a:xfrm>
        </p:spPr>
        <p:txBody>
          <a:bodyPr/>
          <a:lstStyle>
            <a:lvl1pPr marL="0" indent="0">
              <a:buNone/>
              <a:defRPr sz="2426"/>
            </a:lvl1pPr>
            <a:lvl2pPr marL="693115" indent="0">
              <a:buNone/>
              <a:defRPr sz="2122"/>
            </a:lvl2pPr>
            <a:lvl3pPr marL="1386230" indent="0">
              <a:buNone/>
              <a:defRPr sz="1819"/>
            </a:lvl3pPr>
            <a:lvl4pPr marL="2079346" indent="0">
              <a:buNone/>
              <a:defRPr sz="1516"/>
            </a:lvl4pPr>
            <a:lvl5pPr marL="2772461" indent="0">
              <a:buNone/>
              <a:defRPr sz="1516"/>
            </a:lvl5pPr>
            <a:lvl6pPr marL="3465576" indent="0">
              <a:buNone/>
              <a:defRPr sz="1516"/>
            </a:lvl6pPr>
            <a:lvl7pPr marL="4158691" indent="0">
              <a:buNone/>
              <a:defRPr sz="1516"/>
            </a:lvl7pPr>
            <a:lvl8pPr marL="4851806" indent="0">
              <a:buNone/>
              <a:defRPr sz="1516"/>
            </a:lvl8pPr>
            <a:lvl9pPr marL="5544922" indent="0">
              <a:buNone/>
              <a:defRPr sz="151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47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693102"/>
            <a:ext cx="4479576" cy="2425859"/>
          </a:xfrm>
        </p:spPr>
        <p:txBody>
          <a:bodyPr anchor="b"/>
          <a:lstStyle>
            <a:lvl1pPr>
              <a:defRPr sz="48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04650" y="1496911"/>
            <a:ext cx="7031325" cy="7388280"/>
          </a:xfrm>
        </p:spPr>
        <p:txBody>
          <a:bodyPr anchor="t"/>
          <a:lstStyle>
            <a:lvl1pPr marL="0" indent="0">
              <a:buNone/>
              <a:defRPr sz="4851"/>
            </a:lvl1pPr>
            <a:lvl2pPr marL="693115" indent="0">
              <a:buNone/>
              <a:defRPr sz="4245"/>
            </a:lvl2pPr>
            <a:lvl3pPr marL="1386230" indent="0">
              <a:buNone/>
              <a:defRPr sz="3638"/>
            </a:lvl3pPr>
            <a:lvl4pPr marL="2079346" indent="0">
              <a:buNone/>
              <a:defRPr sz="3032"/>
            </a:lvl4pPr>
            <a:lvl5pPr marL="2772461" indent="0">
              <a:buNone/>
              <a:defRPr sz="3032"/>
            </a:lvl5pPr>
            <a:lvl6pPr marL="3465576" indent="0">
              <a:buNone/>
              <a:defRPr sz="3032"/>
            </a:lvl6pPr>
            <a:lvl7pPr marL="4158691" indent="0">
              <a:buNone/>
              <a:defRPr sz="3032"/>
            </a:lvl7pPr>
            <a:lvl8pPr marL="4851806" indent="0">
              <a:buNone/>
              <a:defRPr sz="3032"/>
            </a:lvl8pPr>
            <a:lvl9pPr marL="5544922" indent="0">
              <a:buNone/>
              <a:defRPr sz="303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681" y="3118961"/>
            <a:ext cx="4479576" cy="5778262"/>
          </a:xfrm>
        </p:spPr>
        <p:txBody>
          <a:bodyPr/>
          <a:lstStyle>
            <a:lvl1pPr marL="0" indent="0">
              <a:buNone/>
              <a:defRPr sz="2426"/>
            </a:lvl1pPr>
            <a:lvl2pPr marL="693115" indent="0">
              <a:buNone/>
              <a:defRPr sz="2122"/>
            </a:lvl2pPr>
            <a:lvl3pPr marL="1386230" indent="0">
              <a:buNone/>
              <a:defRPr sz="1819"/>
            </a:lvl3pPr>
            <a:lvl4pPr marL="2079346" indent="0">
              <a:buNone/>
              <a:defRPr sz="1516"/>
            </a:lvl4pPr>
            <a:lvl5pPr marL="2772461" indent="0">
              <a:buNone/>
              <a:defRPr sz="1516"/>
            </a:lvl5pPr>
            <a:lvl6pPr marL="3465576" indent="0">
              <a:buNone/>
              <a:defRPr sz="1516"/>
            </a:lvl6pPr>
            <a:lvl7pPr marL="4158691" indent="0">
              <a:buNone/>
              <a:defRPr sz="1516"/>
            </a:lvl7pPr>
            <a:lvl8pPr marL="4851806" indent="0">
              <a:buNone/>
              <a:defRPr sz="1516"/>
            </a:lvl8pPr>
            <a:lvl9pPr marL="5544922" indent="0">
              <a:buNone/>
              <a:defRPr sz="151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05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48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39343" y="553520"/>
            <a:ext cx="2994824" cy="88105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4872" y="553520"/>
            <a:ext cx="8810858" cy="881058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637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54872" y="553522"/>
            <a:ext cx="11979295" cy="2009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4872" y="2767597"/>
            <a:ext cx="11979295" cy="659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4871" y="9636053"/>
            <a:ext cx="3125034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8B955-F2E7-4772-B03F-365108BC0B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00744" y="9636053"/>
            <a:ext cx="4687550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09133" y="9636053"/>
            <a:ext cx="3125034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82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386230" rtl="0" eaLnBrk="1" latinLnBrk="0" hangingPunct="1">
        <a:lnSpc>
          <a:spcPct val="90000"/>
        </a:lnSpc>
        <a:spcBef>
          <a:spcPct val="0"/>
        </a:spcBef>
        <a:buNone/>
        <a:defRPr sz="66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6558" indent="-346558" algn="l" defTabSz="1386230" rtl="0" eaLnBrk="1" latinLnBrk="0" hangingPunct="1">
        <a:lnSpc>
          <a:spcPct val="90000"/>
        </a:lnSpc>
        <a:spcBef>
          <a:spcPts val="1516"/>
        </a:spcBef>
        <a:buFont typeface="Arial" panose="020B0604020202020204" pitchFamily="34" charset="0"/>
        <a:buChar char="•"/>
        <a:defRPr sz="4245" kern="1200">
          <a:solidFill>
            <a:schemeClr val="tx1"/>
          </a:solidFill>
          <a:latin typeface="+mn-lt"/>
          <a:ea typeface="+mn-ea"/>
          <a:cs typeface="+mn-cs"/>
        </a:defRPr>
      </a:lvl1pPr>
      <a:lvl2pPr marL="1039673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3638" kern="1200">
          <a:solidFill>
            <a:schemeClr val="tx1"/>
          </a:solidFill>
          <a:latin typeface="+mn-lt"/>
          <a:ea typeface="+mn-ea"/>
          <a:cs typeface="+mn-cs"/>
        </a:defRPr>
      </a:lvl2pPr>
      <a:lvl3pPr marL="1732788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3032" kern="1200">
          <a:solidFill>
            <a:schemeClr val="tx1"/>
          </a:solidFill>
          <a:latin typeface="+mn-lt"/>
          <a:ea typeface="+mn-ea"/>
          <a:cs typeface="+mn-cs"/>
        </a:defRPr>
      </a:lvl3pPr>
      <a:lvl4pPr marL="2425903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4pPr>
      <a:lvl5pPr marL="3119018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5pPr>
      <a:lvl6pPr marL="3812134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6pPr>
      <a:lvl7pPr marL="4505249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7pPr>
      <a:lvl8pPr marL="5198364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8pPr>
      <a:lvl9pPr marL="5891479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1pPr>
      <a:lvl2pPr marL="693115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2pPr>
      <a:lvl3pPr marL="1386230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3pPr>
      <a:lvl4pPr marL="207934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4pPr>
      <a:lvl5pPr marL="2772461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5pPr>
      <a:lvl6pPr marL="346557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6pPr>
      <a:lvl7pPr marL="4158691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7pPr>
      <a:lvl8pPr marL="485180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8pPr>
      <a:lvl9pPr marL="5544922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C70745-CA18-281C-708E-822C2C088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5316"/>
            <a:ext cx="13889038" cy="1050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702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6473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Numbers</dc:creator>
  <cp:lastModifiedBy>Jacob Numbers</cp:lastModifiedBy>
  <cp:revision>24</cp:revision>
  <dcterms:created xsi:type="dcterms:W3CDTF">2025-07-21T18:17:02Z</dcterms:created>
  <dcterms:modified xsi:type="dcterms:W3CDTF">2025-11-04T20:37:22Z</dcterms:modified>
</cp:coreProperties>
</file>