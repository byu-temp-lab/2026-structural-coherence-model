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4630400" cy="17621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E3A7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33" d="100"/>
          <a:sy n="33" d="100"/>
        </p:scale>
        <p:origin x="852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883849"/>
            <a:ext cx="12435840" cy="6134806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9255237"/>
            <a:ext cx="10972800" cy="4254388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96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5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4393081"/>
            <a:ext cx="12618720" cy="732994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11792374"/>
            <a:ext cx="12618720" cy="3854647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/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9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4690842"/>
            <a:ext cx="6217920" cy="111805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4690842"/>
            <a:ext cx="6217920" cy="111805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2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938173"/>
            <a:ext cx="12618720" cy="3405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4319655"/>
            <a:ext cx="6189344" cy="2116996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6436651"/>
            <a:ext cx="6189344" cy="94673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4319655"/>
            <a:ext cx="6219826" cy="2116996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6436651"/>
            <a:ext cx="6219826" cy="94673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3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05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0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1174750"/>
            <a:ext cx="4718685" cy="4111625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2537137"/>
            <a:ext cx="7406640" cy="12522509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5286375"/>
            <a:ext cx="4718685" cy="9793664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1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1174750"/>
            <a:ext cx="4718685" cy="4111625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2537137"/>
            <a:ext cx="7406640" cy="12522509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5286375"/>
            <a:ext cx="4718685" cy="9793664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4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9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938168"/>
            <a:ext cx="3154680" cy="149331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938168"/>
            <a:ext cx="9281160" cy="1493319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96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938173"/>
            <a:ext cx="12618720" cy="3405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4690842"/>
            <a:ext cx="12618720" cy="11180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16332292"/>
            <a:ext cx="3291840" cy="938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E354E-3FD8-45D1-A8E8-8D1F7ABC430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16332292"/>
            <a:ext cx="4937760" cy="938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16332292"/>
            <a:ext cx="3291840" cy="938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B907C-6741-44B8-884C-72BFDD51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3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2.png"/><Relationship Id="rId7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Arrow: Left-Right 113">
            <a:extLst>
              <a:ext uri="{FF2B5EF4-FFF2-40B4-BE49-F238E27FC236}">
                <a16:creationId xmlns:a16="http://schemas.microsoft.com/office/drawing/2014/main" id="{A4EBAC1F-405C-4AE8-89F1-33564E6F174A}"/>
              </a:ext>
            </a:extLst>
          </p:cNvPr>
          <p:cNvSpPr/>
          <p:nvPr/>
        </p:nvSpPr>
        <p:spPr>
          <a:xfrm>
            <a:off x="4219846" y="911128"/>
            <a:ext cx="8416750" cy="498794"/>
          </a:xfrm>
          <a:prstGeom prst="leftRightArrow">
            <a:avLst>
              <a:gd name="adj1" fmla="val 50000"/>
              <a:gd name="adj2" fmla="val 79457"/>
            </a:avLst>
          </a:prstGeom>
          <a:gradFill flip="none" rotWithShape="1">
            <a:gsLst>
              <a:gs pos="21000">
                <a:schemeClr val="bg2">
                  <a:lumMod val="75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80000">
                <a:schemeClr val="accent6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A30215-1919-4061-BE1F-4B00068EB47C}"/>
              </a:ext>
            </a:extLst>
          </p:cNvPr>
          <p:cNvSpPr txBox="1"/>
          <p:nvPr/>
        </p:nvSpPr>
        <p:spPr>
          <a:xfrm rot="16200000">
            <a:off x="-1450414" y="3482448"/>
            <a:ext cx="5295844" cy="1594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Non-Ideal Recipient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65BD00-6B43-46BF-BB4F-B54772EA1DD0}"/>
              </a:ext>
            </a:extLst>
          </p:cNvPr>
          <p:cNvSpPr txBox="1"/>
          <p:nvPr/>
        </p:nvSpPr>
        <p:spPr>
          <a:xfrm>
            <a:off x="2420206" y="636186"/>
            <a:ext cx="2531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 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2B83C7-C003-430A-956E-A8ED7DCC86DA}"/>
              </a:ext>
            </a:extLst>
          </p:cNvPr>
          <p:cNvSpPr txBox="1"/>
          <p:nvPr/>
        </p:nvSpPr>
        <p:spPr>
          <a:xfrm>
            <a:off x="11905039" y="636186"/>
            <a:ext cx="2531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22320BE-C790-4693-9329-DE91AEAECACD}"/>
              </a:ext>
            </a:extLst>
          </p:cNvPr>
          <p:cNvGrpSpPr>
            <a:grpSpLocks noChangeAspect="1"/>
          </p:cNvGrpSpPr>
          <p:nvPr/>
        </p:nvGrpSpPr>
        <p:grpSpPr>
          <a:xfrm>
            <a:off x="8513304" y="13166121"/>
            <a:ext cx="5922929" cy="4608920"/>
            <a:chOff x="6842789" y="4631087"/>
            <a:chExt cx="1880155" cy="1463040"/>
          </a:xfrm>
        </p:grpSpPr>
        <p:pic>
          <p:nvPicPr>
            <p:cNvPr id="38" name="Picture 2" descr="Physics Essay 2.7 updated Fall, 2011">
              <a:extLst>
                <a:ext uri="{FF2B5EF4-FFF2-40B4-BE49-F238E27FC236}">
                  <a16:creationId xmlns:a16="http://schemas.microsoft.com/office/drawing/2014/main" id="{9E0D2D9B-300F-41AA-B14A-8BCA9E2F07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9898" y="4631087"/>
              <a:ext cx="1269326" cy="1463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Physics Essay 2.7 updated Fall, 2011">
              <a:extLst>
                <a:ext uri="{FF2B5EF4-FFF2-40B4-BE49-F238E27FC236}">
                  <a16:creationId xmlns:a16="http://schemas.microsoft.com/office/drawing/2014/main" id="{6BC8764D-11FE-4619-888E-0313E6D613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3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30479" y="5115566"/>
              <a:ext cx="1173792" cy="370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40EC3A2-3DE4-4B2D-9ED4-86B4ABF364F9}"/>
                </a:ext>
              </a:extLst>
            </p:cNvPr>
            <p:cNvSpPr/>
            <p:nvPr/>
          </p:nvSpPr>
          <p:spPr>
            <a:xfrm>
              <a:off x="8287591" y="5032887"/>
              <a:ext cx="435353" cy="43535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/>
                <a:t>+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B83F314-2231-4DAB-9EA9-42CDDCB78057}"/>
                </a:ext>
              </a:extLst>
            </p:cNvPr>
            <p:cNvSpPr/>
            <p:nvPr/>
          </p:nvSpPr>
          <p:spPr>
            <a:xfrm>
              <a:off x="6842789" y="5118767"/>
              <a:ext cx="274320" cy="2743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/>
                <a:t>+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BEABC53-38A7-41FB-AE54-C45C3CD3B216}"/>
                </a:ext>
              </a:extLst>
            </p:cNvPr>
            <p:cNvSpPr/>
            <p:nvPr/>
          </p:nvSpPr>
          <p:spPr>
            <a:xfrm>
              <a:off x="7480969" y="4954661"/>
              <a:ext cx="551448" cy="5514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/>
                <a:t>-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5E0B51F-F618-4062-9AA2-75570B365C53}"/>
                </a:ext>
              </a:extLst>
            </p:cNvPr>
            <p:cNvGrpSpPr/>
            <p:nvPr/>
          </p:nvGrpSpPr>
          <p:grpSpPr>
            <a:xfrm>
              <a:off x="6979949" y="5443927"/>
              <a:ext cx="776744" cy="518160"/>
              <a:chOff x="7367298" y="5443927"/>
              <a:chExt cx="1539751" cy="518160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894D0CC-3225-4A6D-926B-6F52C34696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67298" y="5443927"/>
                <a:ext cx="0" cy="518160"/>
              </a:xfrm>
              <a:prstGeom prst="line">
                <a:avLst/>
              </a:prstGeom>
              <a:ln w="5715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5D39EF2-9CCB-42DB-91CB-AE6DA28AAF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07049" y="5443927"/>
                <a:ext cx="0" cy="518160"/>
              </a:xfrm>
              <a:prstGeom prst="line">
                <a:avLst/>
              </a:prstGeom>
              <a:ln w="5715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B9DE46CA-DBF9-4D2E-8FF1-46EF75A3CE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67298" y="5781987"/>
                <a:ext cx="1539751" cy="0"/>
              </a:xfrm>
              <a:prstGeom prst="straightConnector1">
                <a:avLst/>
              </a:prstGeom>
              <a:ln w="57150">
                <a:solidFill>
                  <a:schemeClr val="bg2">
                    <a:lumMod val="7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7" name="Picture 2" descr="Wavy Path Icons - Free SVG &amp; PNG Wavy Path Images - Noun Project">
              <a:extLst>
                <a:ext uri="{FF2B5EF4-FFF2-40B4-BE49-F238E27FC236}">
                  <a16:creationId xmlns:a16="http://schemas.microsoft.com/office/drawing/2014/main" id="{50DD6203-3405-4889-BCFD-70207FC746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034880" y="5049883"/>
              <a:ext cx="571950" cy="401362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AD5975BC-3D51-487E-8462-9B1ED30586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796" y="1690758"/>
            <a:ext cx="5858777" cy="514429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9EEAAA5-4BAF-455B-A10F-B8AB9FD842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75" y="1690758"/>
            <a:ext cx="5858777" cy="514429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A4F7DAC-233E-459E-8005-F68E6ECA73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9796" y="7046093"/>
            <a:ext cx="5858777" cy="514429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E4BFC5EA-CEDC-4011-B1BE-C06AD14E7C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75" y="7046093"/>
            <a:ext cx="5858777" cy="5144291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B6398A2-6DBA-4935-AD58-CA833F047CFC}"/>
              </a:ext>
            </a:extLst>
          </p:cNvPr>
          <p:cNvGrpSpPr>
            <a:grpSpLocks noChangeAspect="1"/>
          </p:cNvGrpSpPr>
          <p:nvPr/>
        </p:nvGrpSpPr>
        <p:grpSpPr>
          <a:xfrm>
            <a:off x="2302598" y="12714286"/>
            <a:ext cx="5858777" cy="4725075"/>
            <a:chOff x="2349166" y="15898154"/>
            <a:chExt cx="1814071" cy="1463040"/>
          </a:xfrm>
        </p:grpSpPr>
        <p:pic>
          <p:nvPicPr>
            <p:cNvPr id="30" name="Picture 2" descr="Physics Essay 2.7 updated Fall, 2011">
              <a:extLst>
                <a:ext uri="{FF2B5EF4-FFF2-40B4-BE49-F238E27FC236}">
                  <a16:creationId xmlns:a16="http://schemas.microsoft.com/office/drawing/2014/main" id="{F7B29C01-E6B0-45E3-A044-AEEB0A65E0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6275" y="15898154"/>
              <a:ext cx="1598785" cy="1463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B799FCA-9F1F-442C-8874-2256BB159B2E}"/>
                </a:ext>
              </a:extLst>
            </p:cNvPr>
            <p:cNvSpPr/>
            <p:nvPr/>
          </p:nvSpPr>
          <p:spPr>
            <a:xfrm>
              <a:off x="3888917" y="16492514"/>
              <a:ext cx="274320" cy="2743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/>
                <a:t>+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836A9B7-07FD-4B8A-961C-43479504BA8E}"/>
                </a:ext>
              </a:extLst>
            </p:cNvPr>
            <p:cNvSpPr/>
            <p:nvPr/>
          </p:nvSpPr>
          <p:spPr>
            <a:xfrm>
              <a:off x="2349166" y="16477274"/>
              <a:ext cx="274320" cy="2743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/>
                <a:t>+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D207079-B400-42F0-B175-BC7FA3EEE98C}"/>
                </a:ext>
              </a:extLst>
            </p:cNvPr>
            <p:cNvSpPr/>
            <p:nvPr/>
          </p:nvSpPr>
          <p:spPr>
            <a:xfrm>
              <a:off x="2976666" y="16360238"/>
              <a:ext cx="537891" cy="53789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/>
                <a:t>-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77CDA00-E558-4B40-8F38-0F28914CB9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6326" y="16843034"/>
              <a:ext cx="0" cy="518160"/>
            </a:xfrm>
            <a:prstGeom prst="line">
              <a:avLst/>
            </a:prstGeom>
            <a:ln w="5715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880A440-E84B-4A09-A97C-1AB4DF84E6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6077" y="16843034"/>
              <a:ext cx="0" cy="518160"/>
            </a:xfrm>
            <a:prstGeom prst="line">
              <a:avLst/>
            </a:prstGeom>
            <a:ln w="5715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E9EEC6D-4C51-4562-9DA6-477FC56CE8A5}"/>
                </a:ext>
              </a:extLst>
            </p:cNvPr>
            <p:cNvCxnSpPr>
              <a:cxnSpLocks/>
            </p:cNvCxnSpPr>
            <p:nvPr/>
          </p:nvCxnSpPr>
          <p:spPr>
            <a:xfrm>
              <a:off x="2486326" y="17181094"/>
              <a:ext cx="1539751" cy="0"/>
            </a:xfrm>
            <a:prstGeom prst="straightConnector1">
              <a:avLst/>
            </a:prstGeom>
            <a:ln w="5715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7785F1D-8BD5-46D8-8754-0C1487862775}"/>
              </a:ext>
            </a:extLst>
          </p:cNvPr>
          <p:cNvCxnSpPr>
            <a:cxnSpLocks/>
          </p:cNvCxnSpPr>
          <p:nvPr/>
        </p:nvCxnSpPr>
        <p:spPr>
          <a:xfrm>
            <a:off x="3336035" y="2093599"/>
            <a:ext cx="1216586" cy="0"/>
          </a:xfrm>
          <a:prstGeom prst="line">
            <a:avLst/>
          </a:prstGeom>
          <a:ln w="57150">
            <a:solidFill>
              <a:srgbClr val="E3A71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E7F7841-8F31-4565-84F4-B0DBF6E76FAF}"/>
              </a:ext>
            </a:extLst>
          </p:cNvPr>
          <p:cNvCxnSpPr>
            <a:cxnSpLocks/>
          </p:cNvCxnSpPr>
          <p:nvPr/>
        </p:nvCxnSpPr>
        <p:spPr>
          <a:xfrm>
            <a:off x="3336035" y="2093599"/>
            <a:ext cx="665271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8B7B033-ED95-43EF-A5E0-F24BE25A736F}"/>
              </a:ext>
            </a:extLst>
          </p:cNvPr>
          <p:cNvCxnSpPr>
            <a:cxnSpLocks/>
          </p:cNvCxnSpPr>
          <p:nvPr/>
        </p:nvCxnSpPr>
        <p:spPr>
          <a:xfrm>
            <a:off x="9749455" y="2782645"/>
            <a:ext cx="921750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4883CC9-1923-4166-B9FD-27469CEF4D20}"/>
              </a:ext>
            </a:extLst>
          </p:cNvPr>
          <p:cNvCxnSpPr>
            <a:cxnSpLocks/>
          </p:cNvCxnSpPr>
          <p:nvPr/>
        </p:nvCxnSpPr>
        <p:spPr>
          <a:xfrm>
            <a:off x="9749455" y="4651017"/>
            <a:ext cx="1216586" cy="0"/>
          </a:xfrm>
          <a:prstGeom prst="line">
            <a:avLst/>
          </a:prstGeom>
          <a:ln w="57150">
            <a:solidFill>
              <a:srgbClr val="E3A71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591AF7D-220A-4979-9133-D5476B7C2F96}"/>
              </a:ext>
            </a:extLst>
          </p:cNvPr>
          <p:cNvCxnSpPr>
            <a:cxnSpLocks/>
          </p:cNvCxnSpPr>
          <p:nvPr/>
        </p:nvCxnSpPr>
        <p:spPr>
          <a:xfrm>
            <a:off x="10644704" y="2782645"/>
            <a:ext cx="0" cy="1868372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08F14F0-5EE5-43D2-A0D6-212283EAAA17}"/>
              </a:ext>
            </a:extLst>
          </p:cNvPr>
          <p:cNvCxnSpPr>
            <a:cxnSpLocks/>
          </p:cNvCxnSpPr>
          <p:nvPr/>
        </p:nvCxnSpPr>
        <p:spPr>
          <a:xfrm>
            <a:off x="3336035" y="7633554"/>
            <a:ext cx="921750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AA52AF4-BFBC-4B46-9EA8-CC431A113DEE}"/>
              </a:ext>
            </a:extLst>
          </p:cNvPr>
          <p:cNvCxnSpPr>
            <a:cxnSpLocks/>
          </p:cNvCxnSpPr>
          <p:nvPr/>
        </p:nvCxnSpPr>
        <p:spPr>
          <a:xfrm>
            <a:off x="3868381" y="11549186"/>
            <a:ext cx="920029" cy="0"/>
          </a:xfrm>
          <a:prstGeom prst="line">
            <a:avLst/>
          </a:prstGeom>
          <a:ln w="57150">
            <a:solidFill>
              <a:srgbClr val="E3A71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E69CFFB-3BB4-4552-853E-2CF1C64E21F2}"/>
              </a:ext>
            </a:extLst>
          </p:cNvPr>
          <p:cNvCxnSpPr>
            <a:cxnSpLocks/>
          </p:cNvCxnSpPr>
          <p:nvPr/>
        </p:nvCxnSpPr>
        <p:spPr>
          <a:xfrm>
            <a:off x="9623571" y="9760319"/>
            <a:ext cx="1216586" cy="0"/>
          </a:xfrm>
          <a:prstGeom prst="line">
            <a:avLst/>
          </a:prstGeom>
          <a:ln w="57150">
            <a:solidFill>
              <a:srgbClr val="E3A71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67B790E-2565-4791-BC95-149D91D51B1F}"/>
              </a:ext>
            </a:extLst>
          </p:cNvPr>
          <p:cNvCxnSpPr>
            <a:cxnSpLocks/>
          </p:cNvCxnSpPr>
          <p:nvPr/>
        </p:nvCxnSpPr>
        <p:spPr>
          <a:xfrm>
            <a:off x="9667174" y="9760319"/>
            <a:ext cx="921750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F772D48-E341-4A56-BA1E-3C8702ACF6F0}"/>
              </a:ext>
            </a:extLst>
          </p:cNvPr>
          <p:cNvCxnSpPr>
            <a:cxnSpLocks/>
          </p:cNvCxnSpPr>
          <p:nvPr/>
        </p:nvCxnSpPr>
        <p:spPr>
          <a:xfrm>
            <a:off x="4257785" y="7633554"/>
            <a:ext cx="0" cy="3915632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032FE3D-0E44-4640-A6AA-5699FB0A2F33}"/>
              </a:ext>
            </a:extLst>
          </p:cNvPr>
          <p:cNvSpPr txBox="1"/>
          <p:nvPr/>
        </p:nvSpPr>
        <p:spPr>
          <a:xfrm>
            <a:off x="4328395" y="7216209"/>
            <a:ext cx="1310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FAC2DFF-B517-456F-843B-70B06E3F730F}"/>
              </a:ext>
            </a:extLst>
          </p:cNvPr>
          <p:cNvSpPr txBox="1"/>
          <p:nvPr/>
        </p:nvSpPr>
        <p:spPr>
          <a:xfrm>
            <a:off x="3489996" y="11444198"/>
            <a:ext cx="1310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E2364F2-6107-4EFD-9BCF-AF9C09E3F08E}"/>
              </a:ext>
            </a:extLst>
          </p:cNvPr>
          <p:cNvSpPr txBox="1"/>
          <p:nvPr/>
        </p:nvSpPr>
        <p:spPr>
          <a:xfrm>
            <a:off x="10186090" y="8988830"/>
            <a:ext cx="1310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5F0A7AE-79F6-4047-A914-A2EC27940FD4}"/>
              </a:ext>
            </a:extLst>
          </p:cNvPr>
          <p:cNvSpPr txBox="1"/>
          <p:nvPr/>
        </p:nvSpPr>
        <p:spPr>
          <a:xfrm>
            <a:off x="10177282" y="9647879"/>
            <a:ext cx="1310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58FE469-9365-4941-A98A-7944B63BBF64}"/>
              </a:ext>
            </a:extLst>
          </p:cNvPr>
          <p:cNvSpPr txBox="1"/>
          <p:nvPr/>
        </p:nvSpPr>
        <p:spPr>
          <a:xfrm>
            <a:off x="2369350" y="13330908"/>
            <a:ext cx="758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400" baseline="-25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1521ECD-58DC-4303-8F4B-C8EC081D2ED4}"/>
              </a:ext>
            </a:extLst>
          </p:cNvPr>
          <p:cNvSpPr txBox="1"/>
          <p:nvPr/>
        </p:nvSpPr>
        <p:spPr>
          <a:xfrm>
            <a:off x="4852777" y="13330908"/>
            <a:ext cx="758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400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4BC2BEC-F7AF-4C3A-9802-7E326DD97515}"/>
              </a:ext>
            </a:extLst>
          </p:cNvPr>
          <p:cNvSpPr txBox="1"/>
          <p:nvPr/>
        </p:nvSpPr>
        <p:spPr>
          <a:xfrm>
            <a:off x="7334913" y="13330908"/>
            <a:ext cx="758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400" baseline="-25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C32F11-245E-4C9B-B230-686058F6B72E}"/>
              </a:ext>
            </a:extLst>
          </p:cNvPr>
          <p:cNvSpPr txBox="1"/>
          <p:nvPr/>
        </p:nvSpPr>
        <p:spPr>
          <a:xfrm>
            <a:off x="8583837" y="13330908"/>
            <a:ext cx="758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400" baseline="-25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04E6F92-6C87-4284-A22B-20921E3F8A8B}"/>
              </a:ext>
            </a:extLst>
          </p:cNvPr>
          <p:cNvSpPr txBox="1"/>
          <p:nvPr/>
        </p:nvSpPr>
        <p:spPr>
          <a:xfrm>
            <a:off x="11067265" y="13330908"/>
            <a:ext cx="758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400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5AA5088-34C9-4CF2-BE0F-DCC6DD2E3BC2}"/>
              </a:ext>
            </a:extLst>
          </p:cNvPr>
          <p:cNvSpPr txBox="1"/>
          <p:nvPr/>
        </p:nvSpPr>
        <p:spPr>
          <a:xfrm>
            <a:off x="13361342" y="13330908"/>
            <a:ext cx="758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4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5FADE88-3A58-4B34-A05F-C8EFD3FD08DB}"/>
              </a:ext>
            </a:extLst>
          </p:cNvPr>
          <p:cNvCxnSpPr>
            <a:cxnSpLocks/>
          </p:cNvCxnSpPr>
          <p:nvPr/>
        </p:nvCxnSpPr>
        <p:spPr>
          <a:xfrm flipV="1">
            <a:off x="3964713" y="2108942"/>
            <a:ext cx="0" cy="289603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25E3A06-F7D2-4787-B7C4-434A52BB7DCD}"/>
              </a:ext>
            </a:extLst>
          </p:cNvPr>
          <p:cNvCxnSpPr>
            <a:cxnSpLocks/>
          </p:cNvCxnSpPr>
          <p:nvPr/>
        </p:nvCxnSpPr>
        <p:spPr>
          <a:xfrm>
            <a:off x="3964713" y="1819339"/>
            <a:ext cx="0" cy="289603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8CBA33E-3E69-4FE3-9BE8-A00FAB31B793}"/>
              </a:ext>
            </a:extLst>
          </p:cNvPr>
          <p:cNvCxnSpPr>
            <a:cxnSpLocks/>
          </p:cNvCxnSpPr>
          <p:nvPr/>
        </p:nvCxnSpPr>
        <p:spPr>
          <a:xfrm flipV="1">
            <a:off x="9867103" y="9763039"/>
            <a:ext cx="0" cy="289603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662A62B-5DB2-4796-B3B1-4389E90E9A71}"/>
              </a:ext>
            </a:extLst>
          </p:cNvPr>
          <p:cNvCxnSpPr>
            <a:cxnSpLocks/>
          </p:cNvCxnSpPr>
          <p:nvPr/>
        </p:nvCxnSpPr>
        <p:spPr>
          <a:xfrm>
            <a:off x="9867103" y="9473436"/>
            <a:ext cx="0" cy="289603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4563AC0C-66E1-4347-979B-A3EF48494F72}"/>
              </a:ext>
            </a:extLst>
          </p:cNvPr>
          <p:cNvSpPr/>
          <p:nvPr/>
        </p:nvSpPr>
        <p:spPr>
          <a:xfrm>
            <a:off x="2109730" y="1622882"/>
            <a:ext cx="6217482" cy="5304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36576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5337819-C768-4EA9-8C0C-D4C3EB6B6263}"/>
              </a:ext>
            </a:extLst>
          </p:cNvPr>
          <p:cNvSpPr/>
          <p:nvPr/>
        </p:nvSpPr>
        <p:spPr>
          <a:xfrm>
            <a:off x="8327210" y="1622882"/>
            <a:ext cx="6217482" cy="5304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36576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FA605FC-5F64-491D-AE34-E7616B53B440}"/>
              </a:ext>
            </a:extLst>
          </p:cNvPr>
          <p:cNvSpPr/>
          <p:nvPr/>
        </p:nvSpPr>
        <p:spPr>
          <a:xfrm>
            <a:off x="2109730" y="6928952"/>
            <a:ext cx="6217482" cy="5304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36576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3345FC8-247A-4507-849C-8E2428E9F843}"/>
              </a:ext>
            </a:extLst>
          </p:cNvPr>
          <p:cNvSpPr/>
          <p:nvPr/>
        </p:nvSpPr>
        <p:spPr>
          <a:xfrm>
            <a:off x="8327210" y="6928952"/>
            <a:ext cx="6217482" cy="5304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36576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9646DA1-EF20-406D-BAF7-C870D93D5658}"/>
              </a:ext>
            </a:extLst>
          </p:cNvPr>
          <p:cNvSpPr/>
          <p:nvPr/>
        </p:nvSpPr>
        <p:spPr>
          <a:xfrm>
            <a:off x="2109730" y="12233398"/>
            <a:ext cx="6217482" cy="5304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36576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DC648F1-A6B6-4DB0-9346-712CB93B476E}"/>
              </a:ext>
            </a:extLst>
          </p:cNvPr>
          <p:cNvSpPr/>
          <p:nvPr/>
        </p:nvSpPr>
        <p:spPr>
          <a:xfrm>
            <a:off x="8327211" y="12233397"/>
            <a:ext cx="6217482" cy="5304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36576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FA537D-D447-46E3-BA0D-9D5E6CD9B41C}"/>
              </a:ext>
            </a:extLst>
          </p:cNvPr>
          <p:cNvSpPr txBox="1"/>
          <p:nvPr/>
        </p:nvSpPr>
        <p:spPr>
          <a:xfrm>
            <a:off x="1906991" y="91173"/>
            <a:ext cx="35576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B7BF37C-E5B1-44C3-8A72-4807E3DA38C5}"/>
              </a:ext>
            </a:extLst>
          </p:cNvPr>
          <p:cNvSpPr txBox="1"/>
          <p:nvPr/>
        </p:nvSpPr>
        <p:spPr>
          <a:xfrm>
            <a:off x="11391823" y="91173"/>
            <a:ext cx="35576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Decoherent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2AF69F3-DE0D-40DF-A1DB-CAFDB2EEB320}"/>
              </a:ext>
            </a:extLst>
          </p:cNvPr>
          <p:cNvSpPr txBox="1"/>
          <p:nvPr/>
        </p:nvSpPr>
        <p:spPr>
          <a:xfrm>
            <a:off x="4036946" y="12443377"/>
            <a:ext cx="23630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44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48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4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aseline="-48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1.0</a:t>
            </a:r>
            <a:endParaRPr lang="en-US" sz="4400" baseline="-25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00DBD40-6D63-4631-BAFD-AC332C1CC64B}"/>
              </a:ext>
            </a:extLst>
          </p:cNvPr>
          <p:cNvSpPr txBox="1"/>
          <p:nvPr/>
        </p:nvSpPr>
        <p:spPr>
          <a:xfrm>
            <a:off x="10149322" y="12471432"/>
            <a:ext cx="23674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44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48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4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aseline="-48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0.5</a:t>
            </a:r>
            <a:endParaRPr lang="en-US" sz="4400" baseline="-25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B267F1D-E718-476B-A672-75B5EE583C42}"/>
              </a:ext>
            </a:extLst>
          </p:cNvPr>
          <p:cNvSpPr txBox="1"/>
          <p:nvPr/>
        </p:nvSpPr>
        <p:spPr>
          <a:xfrm rot="16200000">
            <a:off x="-1185870" y="8567934"/>
            <a:ext cx="4741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Bond Strength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KF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27E081D-2FD1-474D-9545-995C69B14DFB}"/>
              </a:ext>
            </a:extLst>
          </p:cNvPr>
          <p:cNvSpPr txBox="1"/>
          <p:nvPr/>
        </p:nvSpPr>
        <p:spPr>
          <a:xfrm rot="16200000">
            <a:off x="-1465258" y="14054713"/>
            <a:ext cx="5295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Phonon Transfer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E13E0C2-7FF5-45D7-82E3-6B2CA8BA6F4E}"/>
              </a:ext>
            </a:extLst>
          </p:cNvPr>
          <p:cNvCxnSpPr>
            <a:cxnSpLocks/>
          </p:cNvCxnSpPr>
          <p:nvPr/>
        </p:nvCxnSpPr>
        <p:spPr>
          <a:xfrm flipV="1">
            <a:off x="3705623" y="1899913"/>
            <a:ext cx="0" cy="4500887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7F1C00F-A6F0-4966-B3CD-82866A26AADA}"/>
              </a:ext>
            </a:extLst>
          </p:cNvPr>
          <p:cNvCxnSpPr>
            <a:cxnSpLocks/>
          </p:cNvCxnSpPr>
          <p:nvPr/>
        </p:nvCxnSpPr>
        <p:spPr>
          <a:xfrm flipV="1">
            <a:off x="10092568" y="1899913"/>
            <a:ext cx="0" cy="4500887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D964F02A-D468-4885-947B-934BADC0EB61}"/>
              </a:ext>
            </a:extLst>
          </p:cNvPr>
          <p:cNvSpPr txBox="1"/>
          <p:nvPr/>
        </p:nvSpPr>
        <p:spPr>
          <a:xfrm>
            <a:off x="3424889" y="6147957"/>
            <a:ext cx="665272" cy="790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44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13E53F9-3624-4357-9C6B-4F721437D228}"/>
              </a:ext>
            </a:extLst>
          </p:cNvPr>
          <p:cNvSpPr txBox="1"/>
          <p:nvPr/>
        </p:nvSpPr>
        <p:spPr>
          <a:xfrm>
            <a:off x="9853455" y="6147957"/>
            <a:ext cx="665272" cy="790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44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71B4F8-1ED7-FE6D-4519-0F895CADB60F}"/>
              </a:ext>
            </a:extLst>
          </p:cNvPr>
          <p:cNvSpPr txBox="1"/>
          <p:nvPr/>
        </p:nvSpPr>
        <p:spPr>
          <a:xfrm>
            <a:off x="7779707" y="196905"/>
            <a:ext cx="11944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5404F91-AA97-7FBB-3E50-FCA09D56D9DB}"/>
              </a:ext>
            </a:extLst>
          </p:cNvPr>
          <p:cNvGrpSpPr/>
          <p:nvPr/>
        </p:nvGrpSpPr>
        <p:grpSpPr>
          <a:xfrm>
            <a:off x="2107150" y="1627199"/>
            <a:ext cx="7131325" cy="11343161"/>
            <a:chOff x="2107150" y="1627199"/>
            <a:chExt cx="7131325" cy="1134316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FE5F6EE-5B60-CA87-B6FB-F28ED475C369}"/>
                </a:ext>
              </a:extLst>
            </p:cNvPr>
            <p:cNvSpPr txBox="1"/>
            <p:nvPr/>
          </p:nvSpPr>
          <p:spPr>
            <a:xfrm>
              <a:off x="2107150" y="1627199"/>
              <a:ext cx="914400" cy="82296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US" sz="44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FE9FB7-9B4D-4211-B251-053AA4013685}"/>
                </a:ext>
              </a:extLst>
            </p:cNvPr>
            <p:cNvSpPr txBox="1"/>
            <p:nvPr/>
          </p:nvSpPr>
          <p:spPr>
            <a:xfrm>
              <a:off x="8324075" y="1627199"/>
              <a:ext cx="914400" cy="76944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en-US" sz="44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43B0D8D-8BB9-5487-3F03-8BE3652A6A85}"/>
                </a:ext>
              </a:extLst>
            </p:cNvPr>
            <p:cNvSpPr txBox="1"/>
            <p:nvPr/>
          </p:nvSpPr>
          <p:spPr>
            <a:xfrm>
              <a:off x="2107150" y="6900007"/>
              <a:ext cx="914400" cy="76944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US" sz="44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55538F-B077-CCBC-F2F4-74506378CAB5}"/>
                </a:ext>
              </a:extLst>
            </p:cNvPr>
            <p:cNvSpPr txBox="1"/>
            <p:nvPr/>
          </p:nvSpPr>
          <p:spPr>
            <a:xfrm>
              <a:off x="8324075" y="6900007"/>
              <a:ext cx="914400" cy="76944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endParaRPr lang="en-US" sz="44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65D336-E1B7-0EC8-3DF4-0ABDCECE8317}"/>
                </a:ext>
              </a:extLst>
            </p:cNvPr>
            <p:cNvSpPr txBox="1"/>
            <p:nvPr/>
          </p:nvSpPr>
          <p:spPr>
            <a:xfrm>
              <a:off x="2107150" y="12200919"/>
              <a:ext cx="914400" cy="76944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en-US" sz="44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148EE6F-0990-6C9D-65F3-0C5CC9513CE6}"/>
                </a:ext>
              </a:extLst>
            </p:cNvPr>
            <p:cNvSpPr txBox="1"/>
            <p:nvPr/>
          </p:nvSpPr>
          <p:spPr>
            <a:xfrm>
              <a:off x="8324075" y="12200919"/>
              <a:ext cx="914400" cy="76944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(f) </a:t>
              </a:r>
              <a:endParaRPr lang="en-US" sz="44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5597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</TotalTime>
  <Words>59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18</cp:revision>
  <dcterms:created xsi:type="dcterms:W3CDTF">2025-11-17T19:08:11Z</dcterms:created>
  <dcterms:modified xsi:type="dcterms:W3CDTF">2025-11-18T23:35:32Z</dcterms:modified>
</cp:coreProperties>
</file>