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7" r:id="rId2"/>
  </p:sldIdLst>
  <p:sldSz cx="13889038" cy="15627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5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2557533"/>
            <a:ext cx="11805682" cy="5440633"/>
          </a:xfrm>
        </p:spPr>
        <p:txBody>
          <a:bodyPr anchor="b"/>
          <a:lstStyle>
            <a:lvl1pPr algn="ctr">
              <a:defRPr sz="9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8207977"/>
            <a:ext cx="10416779" cy="3772991"/>
          </a:xfrm>
        </p:spPr>
        <p:txBody>
          <a:bodyPr/>
          <a:lstStyle>
            <a:lvl1pPr marL="0" indent="0" algn="ctr">
              <a:buNone/>
              <a:defRPr sz="3645"/>
            </a:lvl1pPr>
            <a:lvl2pPr marL="694441" indent="0" algn="ctr">
              <a:buNone/>
              <a:defRPr sz="3038"/>
            </a:lvl2pPr>
            <a:lvl3pPr marL="1388882" indent="0" algn="ctr">
              <a:buNone/>
              <a:defRPr sz="2734"/>
            </a:lvl3pPr>
            <a:lvl4pPr marL="2083323" indent="0" algn="ctr">
              <a:buNone/>
              <a:defRPr sz="2430"/>
            </a:lvl4pPr>
            <a:lvl5pPr marL="2777764" indent="0" algn="ctr">
              <a:buNone/>
              <a:defRPr sz="2430"/>
            </a:lvl5pPr>
            <a:lvl6pPr marL="3472205" indent="0" algn="ctr">
              <a:buNone/>
              <a:defRPr sz="2430"/>
            </a:lvl6pPr>
            <a:lvl7pPr marL="4166646" indent="0" algn="ctr">
              <a:buNone/>
              <a:defRPr sz="2430"/>
            </a:lvl7pPr>
            <a:lvl8pPr marL="4861088" indent="0" algn="ctr">
              <a:buNone/>
              <a:defRPr sz="2430"/>
            </a:lvl8pPr>
            <a:lvl9pPr marL="5555529" indent="0" algn="ctr">
              <a:buNone/>
              <a:defRPr sz="24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8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3895990"/>
            <a:ext cx="11979295" cy="6500542"/>
          </a:xfrm>
        </p:spPr>
        <p:txBody>
          <a:bodyPr anchor="b"/>
          <a:lstStyle>
            <a:lvl1pPr>
              <a:defRPr sz="9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10458030"/>
            <a:ext cx="11979295" cy="3418482"/>
          </a:xfrm>
        </p:spPr>
        <p:txBody>
          <a:bodyPr/>
          <a:lstStyle>
            <a:lvl1pPr marL="0" indent="0">
              <a:buNone/>
              <a:defRPr sz="3645">
                <a:solidFill>
                  <a:schemeClr val="tx1"/>
                </a:solidFill>
              </a:defRPr>
            </a:lvl1pPr>
            <a:lvl2pPr marL="694441" indent="0">
              <a:buNone/>
              <a:defRPr sz="3038">
                <a:solidFill>
                  <a:schemeClr val="tx1">
                    <a:tint val="75000"/>
                  </a:schemeClr>
                </a:solidFill>
              </a:defRPr>
            </a:lvl2pPr>
            <a:lvl3pPr marL="1388882" indent="0">
              <a:buNone/>
              <a:defRPr sz="2734">
                <a:solidFill>
                  <a:schemeClr val="tx1">
                    <a:tint val="75000"/>
                  </a:schemeClr>
                </a:solidFill>
              </a:defRPr>
            </a:lvl3pPr>
            <a:lvl4pPr marL="2083323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4pPr>
            <a:lvl5pPr marL="2777764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5pPr>
            <a:lvl6pPr marL="3472205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6pPr>
            <a:lvl7pPr marL="4166646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7pPr>
            <a:lvl8pPr marL="4861088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8pPr>
            <a:lvl9pPr marL="5555529" indent="0">
              <a:buNone/>
              <a:defRPr sz="24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4160058"/>
            <a:ext cx="5902841" cy="9915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4160058"/>
            <a:ext cx="5902841" cy="9915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8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832015"/>
            <a:ext cx="11979295" cy="3020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3830873"/>
            <a:ext cx="5875713" cy="1877451"/>
          </a:xfrm>
        </p:spPr>
        <p:txBody>
          <a:bodyPr anchor="b"/>
          <a:lstStyle>
            <a:lvl1pPr marL="0" indent="0">
              <a:buNone/>
              <a:defRPr sz="3645" b="1"/>
            </a:lvl1pPr>
            <a:lvl2pPr marL="694441" indent="0">
              <a:buNone/>
              <a:defRPr sz="3038" b="1"/>
            </a:lvl2pPr>
            <a:lvl3pPr marL="1388882" indent="0">
              <a:buNone/>
              <a:defRPr sz="2734" b="1"/>
            </a:lvl3pPr>
            <a:lvl4pPr marL="2083323" indent="0">
              <a:buNone/>
              <a:defRPr sz="2430" b="1"/>
            </a:lvl4pPr>
            <a:lvl5pPr marL="2777764" indent="0">
              <a:buNone/>
              <a:defRPr sz="2430" b="1"/>
            </a:lvl5pPr>
            <a:lvl6pPr marL="3472205" indent="0">
              <a:buNone/>
              <a:defRPr sz="2430" b="1"/>
            </a:lvl6pPr>
            <a:lvl7pPr marL="4166646" indent="0">
              <a:buNone/>
              <a:defRPr sz="2430" b="1"/>
            </a:lvl7pPr>
            <a:lvl8pPr marL="4861088" indent="0">
              <a:buNone/>
              <a:defRPr sz="2430" b="1"/>
            </a:lvl8pPr>
            <a:lvl9pPr marL="5555529" indent="0">
              <a:buNone/>
              <a:defRPr sz="24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5708324"/>
            <a:ext cx="5875713" cy="8396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3830873"/>
            <a:ext cx="5904650" cy="1877451"/>
          </a:xfrm>
        </p:spPr>
        <p:txBody>
          <a:bodyPr anchor="b"/>
          <a:lstStyle>
            <a:lvl1pPr marL="0" indent="0">
              <a:buNone/>
              <a:defRPr sz="3645" b="1"/>
            </a:lvl1pPr>
            <a:lvl2pPr marL="694441" indent="0">
              <a:buNone/>
              <a:defRPr sz="3038" b="1"/>
            </a:lvl2pPr>
            <a:lvl3pPr marL="1388882" indent="0">
              <a:buNone/>
              <a:defRPr sz="2734" b="1"/>
            </a:lvl3pPr>
            <a:lvl4pPr marL="2083323" indent="0">
              <a:buNone/>
              <a:defRPr sz="2430" b="1"/>
            </a:lvl4pPr>
            <a:lvl5pPr marL="2777764" indent="0">
              <a:buNone/>
              <a:defRPr sz="2430" b="1"/>
            </a:lvl5pPr>
            <a:lvl6pPr marL="3472205" indent="0">
              <a:buNone/>
              <a:defRPr sz="2430" b="1"/>
            </a:lvl6pPr>
            <a:lvl7pPr marL="4166646" indent="0">
              <a:buNone/>
              <a:defRPr sz="2430" b="1"/>
            </a:lvl7pPr>
            <a:lvl8pPr marL="4861088" indent="0">
              <a:buNone/>
              <a:defRPr sz="2430" b="1"/>
            </a:lvl8pPr>
            <a:lvl9pPr marL="5555529" indent="0">
              <a:buNone/>
              <a:defRPr sz="24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5708324"/>
            <a:ext cx="5904650" cy="8396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2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1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1041823"/>
            <a:ext cx="4479576" cy="3646382"/>
          </a:xfrm>
        </p:spPr>
        <p:txBody>
          <a:bodyPr anchor="b"/>
          <a:lstStyle>
            <a:lvl1pPr>
              <a:defRPr sz="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2250053"/>
            <a:ext cx="7031325" cy="11105547"/>
          </a:xfrm>
        </p:spPr>
        <p:txBody>
          <a:bodyPr/>
          <a:lstStyle>
            <a:lvl1pPr>
              <a:defRPr sz="4860"/>
            </a:lvl1pPr>
            <a:lvl2pPr>
              <a:defRPr sz="4253"/>
            </a:lvl2pPr>
            <a:lvl3pPr>
              <a:defRPr sz="3645"/>
            </a:lvl3pPr>
            <a:lvl4pPr>
              <a:defRPr sz="3038"/>
            </a:lvl4pPr>
            <a:lvl5pPr>
              <a:defRPr sz="3038"/>
            </a:lvl5pPr>
            <a:lvl6pPr>
              <a:defRPr sz="3038"/>
            </a:lvl6pPr>
            <a:lvl7pPr>
              <a:defRPr sz="3038"/>
            </a:lvl7pPr>
            <a:lvl8pPr>
              <a:defRPr sz="3038"/>
            </a:lvl8pPr>
            <a:lvl9pPr>
              <a:defRPr sz="30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4688205"/>
            <a:ext cx="4479576" cy="8685480"/>
          </a:xfrm>
        </p:spPr>
        <p:txBody>
          <a:bodyPr/>
          <a:lstStyle>
            <a:lvl1pPr marL="0" indent="0">
              <a:buNone/>
              <a:defRPr sz="2430"/>
            </a:lvl1pPr>
            <a:lvl2pPr marL="694441" indent="0">
              <a:buNone/>
              <a:defRPr sz="2126"/>
            </a:lvl2pPr>
            <a:lvl3pPr marL="1388882" indent="0">
              <a:buNone/>
              <a:defRPr sz="1823"/>
            </a:lvl3pPr>
            <a:lvl4pPr marL="2083323" indent="0">
              <a:buNone/>
              <a:defRPr sz="1519"/>
            </a:lvl4pPr>
            <a:lvl5pPr marL="2777764" indent="0">
              <a:buNone/>
              <a:defRPr sz="1519"/>
            </a:lvl5pPr>
            <a:lvl6pPr marL="3472205" indent="0">
              <a:buNone/>
              <a:defRPr sz="1519"/>
            </a:lvl6pPr>
            <a:lvl7pPr marL="4166646" indent="0">
              <a:buNone/>
              <a:defRPr sz="1519"/>
            </a:lvl7pPr>
            <a:lvl8pPr marL="4861088" indent="0">
              <a:buNone/>
              <a:defRPr sz="1519"/>
            </a:lvl8pPr>
            <a:lvl9pPr marL="5555529" indent="0">
              <a:buNone/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57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1041823"/>
            <a:ext cx="4479576" cy="3646382"/>
          </a:xfrm>
        </p:spPr>
        <p:txBody>
          <a:bodyPr anchor="b"/>
          <a:lstStyle>
            <a:lvl1pPr>
              <a:defRPr sz="48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2250053"/>
            <a:ext cx="7031325" cy="11105547"/>
          </a:xfrm>
        </p:spPr>
        <p:txBody>
          <a:bodyPr anchor="t"/>
          <a:lstStyle>
            <a:lvl1pPr marL="0" indent="0">
              <a:buNone/>
              <a:defRPr sz="4860"/>
            </a:lvl1pPr>
            <a:lvl2pPr marL="694441" indent="0">
              <a:buNone/>
              <a:defRPr sz="4253"/>
            </a:lvl2pPr>
            <a:lvl3pPr marL="1388882" indent="0">
              <a:buNone/>
              <a:defRPr sz="3645"/>
            </a:lvl3pPr>
            <a:lvl4pPr marL="2083323" indent="0">
              <a:buNone/>
              <a:defRPr sz="3038"/>
            </a:lvl4pPr>
            <a:lvl5pPr marL="2777764" indent="0">
              <a:buNone/>
              <a:defRPr sz="3038"/>
            </a:lvl5pPr>
            <a:lvl6pPr marL="3472205" indent="0">
              <a:buNone/>
              <a:defRPr sz="3038"/>
            </a:lvl6pPr>
            <a:lvl7pPr marL="4166646" indent="0">
              <a:buNone/>
              <a:defRPr sz="3038"/>
            </a:lvl7pPr>
            <a:lvl8pPr marL="4861088" indent="0">
              <a:buNone/>
              <a:defRPr sz="3038"/>
            </a:lvl8pPr>
            <a:lvl9pPr marL="5555529" indent="0">
              <a:buNone/>
              <a:defRPr sz="30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4688205"/>
            <a:ext cx="4479576" cy="8685480"/>
          </a:xfrm>
        </p:spPr>
        <p:txBody>
          <a:bodyPr/>
          <a:lstStyle>
            <a:lvl1pPr marL="0" indent="0">
              <a:buNone/>
              <a:defRPr sz="2430"/>
            </a:lvl1pPr>
            <a:lvl2pPr marL="694441" indent="0">
              <a:buNone/>
              <a:defRPr sz="2126"/>
            </a:lvl2pPr>
            <a:lvl3pPr marL="1388882" indent="0">
              <a:buNone/>
              <a:defRPr sz="1823"/>
            </a:lvl3pPr>
            <a:lvl4pPr marL="2083323" indent="0">
              <a:buNone/>
              <a:defRPr sz="1519"/>
            </a:lvl4pPr>
            <a:lvl5pPr marL="2777764" indent="0">
              <a:buNone/>
              <a:defRPr sz="1519"/>
            </a:lvl5pPr>
            <a:lvl6pPr marL="3472205" indent="0">
              <a:buNone/>
              <a:defRPr sz="1519"/>
            </a:lvl6pPr>
            <a:lvl7pPr marL="4166646" indent="0">
              <a:buNone/>
              <a:defRPr sz="1519"/>
            </a:lvl7pPr>
            <a:lvl8pPr marL="4861088" indent="0">
              <a:buNone/>
              <a:defRPr sz="1519"/>
            </a:lvl8pPr>
            <a:lvl9pPr marL="5555529" indent="0">
              <a:buNone/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5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832012"/>
            <a:ext cx="2994824" cy="132434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832012"/>
            <a:ext cx="8810858" cy="132434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3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832015"/>
            <a:ext cx="11979295" cy="3020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4160058"/>
            <a:ext cx="11979295" cy="9915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14484242"/>
            <a:ext cx="3125034" cy="832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14484242"/>
            <a:ext cx="4687550" cy="832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14484242"/>
            <a:ext cx="3125034" cy="832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88882" rtl="0" eaLnBrk="1" latinLnBrk="0" hangingPunct="1">
        <a:lnSpc>
          <a:spcPct val="90000"/>
        </a:lnSpc>
        <a:spcBef>
          <a:spcPct val="0"/>
        </a:spcBef>
        <a:buNone/>
        <a:defRPr sz="66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221" indent="-347221" algn="l" defTabSz="1388882" rtl="0" eaLnBrk="1" latinLnBrk="0" hangingPunct="1">
        <a:lnSpc>
          <a:spcPct val="90000"/>
        </a:lnSpc>
        <a:spcBef>
          <a:spcPts val="1519"/>
        </a:spcBef>
        <a:buFont typeface="Arial" panose="020B0604020202020204" pitchFamily="34" charset="0"/>
        <a:buChar char="•"/>
        <a:defRPr sz="4253" kern="1200">
          <a:solidFill>
            <a:schemeClr val="tx1"/>
          </a:solidFill>
          <a:latin typeface="+mn-lt"/>
          <a:ea typeface="+mn-ea"/>
          <a:cs typeface="+mn-cs"/>
        </a:defRPr>
      </a:lvl1pPr>
      <a:lvl2pPr marL="1041662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3645" kern="1200">
          <a:solidFill>
            <a:schemeClr val="tx1"/>
          </a:solidFill>
          <a:latin typeface="+mn-lt"/>
          <a:ea typeface="+mn-ea"/>
          <a:cs typeface="+mn-cs"/>
        </a:defRPr>
      </a:lvl2pPr>
      <a:lvl3pPr marL="1736103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3038" kern="1200">
          <a:solidFill>
            <a:schemeClr val="tx1"/>
          </a:solidFill>
          <a:latin typeface="+mn-lt"/>
          <a:ea typeface="+mn-ea"/>
          <a:cs typeface="+mn-cs"/>
        </a:defRPr>
      </a:lvl3pPr>
      <a:lvl4pPr marL="2430544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4pPr>
      <a:lvl5pPr marL="3124985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5pPr>
      <a:lvl6pPr marL="3819426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6pPr>
      <a:lvl7pPr marL="4513867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7pPr>
      <a:lvl8pPr marL="5208308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8pPr>
      <a:lvl9pPr marL="5902749" indent="-347221" algn="l" defTabSz="1388882" rtl="0" eaLnBrk="1" latinLnBrk="0" hangingPunct="1">
        <a:lnSpc>
          <a:spcPct val="90000"/>
        </a:lnSpc>
        <a:spcBef>
          <a:spcPts val="759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1pPr>
      <a:lvl2pPr marL="694441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2pPr>
      <a:lvl3pPr marL="1388882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3pPr>
      <a:lvl4pPr marL="2083323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4pPr>
      <a:lvl5pPr marL="2777764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5pPr>
      <a:lvl6pPr marL="3472205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6pPr>
      <a:lvl7pPr marL="4166646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7pPr>
      <a:lvl8pPr marL="4861088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8pPr>
      <a:lvl9pPr marL="5555529" algn="l" defTabSz="1388882" rtl="0" eaLnBrk="1" latinLnBrk="0" hangingPunct="1">
        <a:defRPr sz="27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40D53-D458-6DAC-AB8A-C0CF3D0B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" y="-170121"/>
            <a:ext cx="13889038" cy="1573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5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5569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25</cp:revision>
  <dcterms:created xsi:type="dcterms:W3CDTF">2025-07-21T18:17:02Z</dcterms:created>
  <dcterms:modified xsi:type="dcterms:W3CDTF">2025-11-13T21:10:52Z</dcterms:modified>
</cp:coreProperties>
</file>