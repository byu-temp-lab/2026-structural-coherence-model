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6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obcn2\Documents\Thermal%20Conductivity%20Model\Code\TC_Comparison_Code\Not_Required_for_TC_Calcs\Ppts%20for%20Plots\Data_for_Plots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64032167160797"/>
          <c:y val="3.64263318251343E-2"/>
          <c:w val="0.82043556890333158"/>
          <c:h val="0.82681507279502864"/>
        </c:manualLayout>
      </c:layout>
      <c:scatterChart>
        <c:scatterStyle val="smoothMarker"/>
        <c:varyColors val="0"/>
        <c:ser>
          <c:idx val="2"/>
          <c:order val="0"/>
          <c:tx>
            <c:strRef>
              <c:f>'1.0LiF_plot_data'!$B$1</c:f>
              <c:strCache>
                <c:ptCount val="1"/>
                <c:pt idx="0">
                  <c:v>Li-F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'1.0LiF_plot_data'!$A$2:$A$1001</c:f>
              <c:numCache>
                <c:formatCode>General</c:formatCode>
                <c:ptCount val="1000"/>
                <c:pt idx="0">
                  <c:v>0</c:v>
                </c:pt>
                <c:pt idx="1">
                  <c:v>1.0282686896896801E-2</c:v>
                </c:pt>
                <c:pt idx="2">
                  <c:v>2.0565373793793699E-2</c:v>
                </c:pt>
                <c:pt idx="3">
                  <c:v>3.0848060690690599E-2</c:v>
                </c:pt>
                <c:pt idx="4">
                  <c:v>4.1130747587587502E-2</c:v>
                </c:pt>
                <c:pt idx="5">
                  <c:v>5.1413434484484398E-2</c:v>
                </c:pt>
                <c:pt idx="6">
                  <c:v>6.1696121381381301E-2</c:v>
                </c:pt>
                <c:pt idx="7">
                  <c:v>7.1978808278278197E-2</c:v>
                </c:pt>
                <c:pt idx="8">
                  <c:v>8.2261495175175101E-2</c:v>
                </c:pt>
                <c:pt idx="9">
                  <c:v>9.2544182072072004E-2</c:v>
                </c:pt>
                <c:pt idx="10">
                  <c:v>0.102826868968968</c:v>
                </c:pt>
                <c:pt idx="11">
                  <c:v>0.11310955586586501</c:v>
                </c:pt>
                <c:pt idx="12">
                  <c:v>0.12339224276276201</c:v>
                </c:pt>
                <c:pt idx="13">
                  <c:v>0.13367492965965899</c:v>
                </c:pt>
                <c:pt idx="14">
                  <c:v>0.14395761655655601</c:v>
                </c:pt>
                <c:pt idx="15">
                  <c:v>0.15424030345345299</c:v>
                </c:pt>
                <c:pt idx="16">
                  <c:v>0.16452299035035001</c:v>
                </c:pt>
                <c:pt idx="17">
                  <c:v>0.17480567724724699</c:v>
                </c:pt>
                <c:pt idx="18">
                  <c:v>0.18508836414414401</c:v>
                </c:pt>
                <c:pt idx="19">
                  <c:v>0.19537105104104099</c:v>
                </c:pt>
                <c:pt idx="20">
                  <c:v>0.20565373793793701</c:v>
                </c:pt>
                <c:pt idx="21">
                  <c:v>0.215936424834834</c:v>
                </c:pt>
                <c:pt idx="22">
                  <c:v>0.22621911173173101</c:v>
                </c:pt>
                <c:pt idx="23">
                  <c:v>0.236501798628628</c:v>
                </c:pt>
                <c:pt idx="24">
                  <c:v>0.24678448552552501</c:v>
                </c:pt>
                <c:pt idx="25">
                  <c:v>0.257067172422422</c:v>
                </c:pt>
                <c:pt idx="26">
                  <c:v>0.26734985931931898</c:v>
                </c:pt>
                <c:pt idx="27">
                  <c:v>0.27763254621621603</c:v>
                </c:pt>
                <c:pt idx="28">
                  <c:v>0.28791523311311301</c:v>
                </c:pt>
                <c:pt idx="29">
                  <c:v>0.29819792001001</c:v>
                </c:pt>
                <c:pt idx="30">
                  <c:v>0.30848060690690599</c:v>
                </c:pt>
                <c:pt idx="31">
                  <c:v>0.31876329380380303</c:v>
                </c:pt>
                <c:pt idx="32">
                  <c:v>0.32904598070070001</c:v>
                </c:pt>
                <c:pt idx="33">
                  <c:v>0.339328667597597</c:v>
                </c:pt>
                <c:pt idx="34">
                  <c:v>0.34961135449449399</c:v>
                </c:pt>
                <c:pt idx="35">
                  <c:v>0.35989404139139097</c:v>
                </c:pt>
                <c:pt idx="36">
                  <c:v>0.37017672828828802</c:v>
                </c:pt>
                <c:pt idx="37">
                  <c:v>0.380459415185185</c:v>
                </c:pt>
                <c:pt idx="38">
                  <c:v>0.39074210208208199</c:v>
                </c:pt>
                <c:pt idx="39">
                  <c:v>0.40102478897897897</c:v>
                </c:pt>
                <c:pt idx="40">
                  <c:v>0.41130747587587502</c:v>
                </c:pt>
                <c:pt idx="41">
                  <c:v>0.421590162772772</c:v>
                </c:pt>
                <c:pt idx="42">
                  <c:v>0.43187284966966899</c:v>
                </c:pt>
                <c:pt idx="43">
                  <c:v>0.44215553656656598</c:v>
                </c:pt>
                <c:pt idx="44">
                  <c:v>0.45243822346346302</c:v>
                </c:pt>
                <c:pt idx="45">
                  <c:v>0.46272091036036</c:v>
                </c:pt>
                <c:pt idx="46">
                  <c:v>0.47300359725725699</c:v>
                </c:pt>
                <c:pt idx="47">
                  <c:v>0.48328628415415398</c:v>
                </c:pt>
                <c:pt idx="48">
                  <c:v>0.49356897105105102</c:v>
                </c:pt>
                <c:pt idx="49">
                  <c:v>0.50385165794794795</c:v>
                </c:pt>
                <c:pt idx="50">
                  <c:v>0.51413434484484399</c:v>
                </c:pt>
                <c:pt idx="51">
                  <c:v>0.52441703174174104</c:v>
                </c:pt>
                <c:pt idx="52">
                  <c:v>0.53469971863863797</c:v>
                </c:pt>
                <c:pt idx="53">
                  <c:v>0.54498240553553501</c:v>
                </c:pt>
                <c:pt idx="54">
                  <c:v>0.55526509243243205</c:v>
                </c:pt>
                <c:pt idx="55">
                  <c:v>0.56554777932932898</c:v>
                </c:pt>
                <c:pt idx="56">
                  <c:v>0.57583046622622602</c:v>
                </c:pt>
                <c:pt idx="57">
                  <c:v>0.58611315312312295</c:v>
                </c:pt>
                <c:pt idx="58">
                  <c:v>0.59639584002002</c:v>
                </c:pt>
                <c:pt idx="59">
                  <c:v>0.60667852691691604</c:v>
                </c:pt>
                <c:pt idx="60">
                  <c:v>0.61696121381381297</c:v>
                </c:pt>
                <c:pt idx="61">
                  <c:v>0.62724390071071001</c:v>
                </c:pt>
                <c:pt idx="62">
                  <c:v>0.63752658760760705</c:v>
                </c:pt>
                <c:pt idx="63">
                  <c:v>0.64780927450450398</c:v>
                </c:pt>
                <c:pt idx="64">
                  <c:v>0.65809196140140103</c:v>
                </c:pt>
                <c:pt idx="65">
                  <c:v>0.66837464829829796</c:v>
                </c:pt>
                <c:pt idx="66">
                  <c:v>0.678657335195195</c:v>
                </c:pt>
                <c:pt idx="67">
                  <c:v>0.68894002209209204</c:v>
                </c:pt>
                <c:pt idx="68">
                  <c:v>0.69922270898898897</c:v>
                </c:pt>
                <c:pt idx="69">
                  <c:v>0.70950539588588502</c:v>
                </c:pt>
                <c:pt idx="70">
                  <c:v>0.71978808278278195</c:v>
                </c:pt>
                <c:pt idx="71">
                  <c:v>0.73007076967967899</c:v>
                </c:pt>
                <c:pt idx="72">
                  <c:v>0.74035345657657603</c:v>
                </c:pt>
                <c:pt idx="73">
                  <c:v>0.75063614347347296</c:v>
                </c:pt>
                <c:pt idx="74">
                  <c:v>0.76091883037037</c:v>
                </c:pt>
                <c:pt idx="75">
                  <c:v>0.77120151726726704</c:v>
                </c:pt>
                <c:pt idx="76">
                  <c:v>0.78148420416416398</c:v>
                </c:pt>
                <c:pt idx="77">
                  <c:v>0.79176689106106102</c:v>
                </c:pt>
                <c:pt idx="78">
                  <c:v>0.80204957795795795</c:v>
                </c:pt>
                <c:pt idx="79">
                  <c:v>0.81233226485485399</c:v>
                </c:pt>
                <c:pt idx="80">
                  <c:v>0.82261495175175103</c:v>
                </c:pt>
                <c:pt idx="81">
                  <c:v>0.83289763864864796</c:v>
                </c:pt>
                <c:pt idx="82">
                  <c:v>0.84318032554554501</c:v>
                </c:pt>
                <c:pt idx="83">
                  <c:v>0.85346301244244205</c:v>
                </c:pt>
                <c:pt idx="84">
                  <c:v>0.86374569933933898</c:v>
                </c:pt>
                <c:pt idx="85">
                  <c:v>0.87402838623623602</c:v>
                </c:pt>
                <c:pt idx="86">
                  <c:v>0.88431107313313295</c:v>
                </c:pt>
                <c:pt idx="87">
                  <c:v>0.89459376003002999</c:v>
                </c:pt>
                <c:pt idx="88">
                  <c:v>0.90487644692692604</c:v>
                </c:pt>
                <c:pt idx="89">
                  <c:v>0.91515913382382297</c:v>
                </c:pt>
                <c:pt idx="90">
                  <c:v>0.92544182072072001</c:v>
                </c:pt>
                <c:pt idx="91">
                  <c:v>0.93572450761761705</c:v>
                </c:pt>
                <c:pt idx="92">
                  <c:v>0.94600719451451398</c:v>
                </c:pt>
                <c:pt idx="93">
                  <c:v>0.95628988141141102</c:v>
                </c:pt>
                <c:pt idx="94">
                  <c:v>0.96657256830830796</c:v>
                </c:pt>
                <c:pt idx="95">
                  <c:v>0.976855255205205</c:v>
                </c:pt>
                <c:pt idx="96">
                  <c:v>0.98713794210210204</c:v>
                </c:pt>
                <c:pt idx="97">
                  <c:v>0.99742062899899897</c:v>
                </c:pt>
                <c:pt idx="98">
                  <c:v>1.0077033158958899</c:v>
                </c:pt>
                <c:pt idx="99">
                  <c:v>1.0179860027927901</c:v>
                </c:pt>
                <c:pt idx="100">
                  <c:v>1.02826868968968</c:v>
                </c:pt>
                <c:pt idx="101">
                  <c:v>1.0385513765865799</c:v>
                </c:pt>
                <c:pt idx="102">
                  <c:v>1.0488340634834801</c:v>
                </c:pt>
                <c:pt idx="103">
                  <c:v>1.05911675038038</c:v>
                </c:pt>
                <c:pt idx="104">
                  <c:v>1.0693994372772699</c:v>
                </c:pt>
                <c:pt idx="105">
                  <c:v>1.0796821241741701</c:v>
                </c:pt>
                <c:pt idx="106">
                  <c:v>1.08996481107107</c:v>
                </c:pt>
                <c:pt idx="107">
                  <c:v>1.10024749796796</c:v>
                </c:pt>
                <c:pt idx="108">
                  <c:v>1.1105301848648601</c:v>
                </c:pt>
                <c:pt idx="109">
                  <c:v>1.12081287176176</c:v>
                </c:pt>
                <c:pt idx="110">
                  <c:v>1.13109555865865</c:v>
                </c:pt>
                <c:pt idx="111">
                  <c:v>1.1413782455555499</c:v>
                </c:pt>
                <c:pt idx="112">
                  <c:v>1.15166093245245</c:v>
                </c:pt>
                <c:pt idx="113">
                  <c:v>1.16194361934934</c:v>
                </c:pt>
                <c:pt idx="114">
                  <c:v>1.1722263062462399</c:v>
                </c:pt>
                <c:pt idx="115">
                  <c:v>1.1825089931431401</c:v>
                </c:pt>
                <c:pt idx="116">
                  <c:v>1.19279168004004</c:v>
                </c:pt>
                <c:pt idx="117">
                  <c:v>1.2030743669369299</c:v>
                </c:pt>
                <c:pt idx="118">
                  <c:v>1.2133570538338301</c:v>
                </c:pt>
                <c:pt idx="119">
                  <c:v>1.22363974073073</c:v>
                </c:pt>
                <c:pt idx="120">
                  <c:v>1.2339224276276199</c:v>
                </c:pt>
                <c:pt idx="121">
                  <c:v>1.2442051145245201</c:v>
                </c:pt>
                <c:pt idx="122">
                  <c:v>1.25448780142142</c:v>
                </c:pt>
                <c:pt idx="123">
                  <c:v>1.26477048831831</c:v>
                </c:pt>
                <c:pt idx="124">
                  <c:v>1.2750531752152101</c:v>
                </c:pt>
                <c:pt idx="125">
                  <c:v>1.28533586211211</c:v>
                </c:pt>
                <c:pt idx="126">
                  <c:v>1.295618549009</c:v>
                </c:pt>
                <c:pt idx="127">
                  <c:v>1.3059012359058999</c:v>
                </c:pt>
                <c:pt idx="128">
                  <c:v>1.3161839228028001</c:v>
                </c:pt>
                <c:pt idx="129">
                  <c:v>1.32646660969969</c:v>
                </c:pt>
                <c:pt idx="130">
                  <c:v>1.3367492965965899</c:v>
                </c:pt>
                <c:pt idx="131">
                  <c:v>1.3470319834934901</c:v>
                </c:pt>
                <c:pt idx="132">
                  <c:v>1.35731467039039</c:v>
                </c:pt>
                <c:pt idx="133">
                  <c:v>1.3675973572872799</c:v>
                </c:pt>
                <c:pt idx="134">
                  <c:v>1.3778800441841801</c:v>
                </c:pt>
                <c:pt idx="135">
                  <c:v>1.38816273108108</c:v>
                </c:pt>
                <c:pt idx="136">
                  <c:v>1.39844541797797</c:v>
                </c:pt>
                <c:pt idx="137">
                  <c:v>1.4087281048748701</c:v>
                </c:pt>
                <c:pt idx="138">
                  <c:v>1.41901079177177</c:v>
                </c:pt>
                <c:pt idx="139">
                  <c:v>1.42929347866866</c:v>
                </c:pt>
                <c:pt idx="140">
                  <c:v>1.4395761655655599</c:v>
                </c:pt>
                <c:pt idx="141">
                  <c:v>1.44985885246246</c:v>
                </c:pt>
                <c:pt idx="142">
                  <c:v>1.46014153935935</c:v>
                </c:pt>
                <c:pt idx="143">
                  <c:v>1.4704242262562499</c:v>
                </c:pt>
                <c:pt idx="144">
                  <c:v>1.4807069131531501</c:v>
                </c:pt>
                <c:pt idx="145">
                  <c:v>1.49098960005005</c:v>
                </c:pt>
                <c:pt idx="146">
                  <c:v>1.5012722869469399</c:v>
                </c:pt>
                <c:pt idx="147">
                  <c:v>1.5115549738438401</c:v>
                </c:pt>
                <c:pt idx="148">
                  <c:v>1.52183766074074</c:v>
                </c:pt>
                <c:pt idx="149">
                  <c:v>1.5321203476376299</c:v>
                </c:pt>
                <c:pt idx="150">
                  <c:v>1.5424030345345301</c:v>
                </c:pt>
                <c:pt idx="151">
                  <c:v>1.55268572143143</c:v>
                </c:pt>
                <c:pt idx="152">
                  <c:v>1.56296840832832</c:v>
                </c:pt>
                <c:pt idx="153">
                  <c:v>1.5732510952252201</c:v>
                </c:pt>
                <c:pt idx="154">
                  <c:v>1.58353378212212</c:v>
                </c:pt>
                <c:pt idx="155">
                  <c:v>1.59381646901901</c:v>
                </c:pt>
                <c:pt idx="156">
                  <c:v>1.6040991559159099</c:v>
                </c:pt>
                <c:pt idx="157">
                  <c:v>1.6143818428128101</c:v>
                </c:pt>
                <c:pt idx="158">
                  <c:v>1.6246645297097</c:v>
                </c:pt>
                <c:pt idx="159">
                  <c:v>1.6349472166065999</c:v>
                </c:pt>
                <c:pt idx="160">
                  <c:v>1.6452299035035001</c:v>
                </c:pt>
                <c:pt idx="161">
                  <c:v>1.6555125904004</c:v>
                </c:pt>
                <c:pt idx="162">
                  <c:v>1.6657952772972899</c:v>
                </c:pt>
                <c:pt idx="163">
                  <c:v>1.6760779641941901</c:v>
                </c:pt>
                <c:pt idx="164">
                  <c:v>1.68636065109109</c:v>
                </c:pt>
                <c:pt idx="165">
                  <c:v>1.6966433379879799</c:v>
                </c:pt>
                <c:pt idx="166">
                  <c:v>1.7069260248848801</c:v>
                </c:pt>
                <c:pt idx="167">
                  <c:v>1.71720871178178</c:v>
                </c:pt>
                <c:pt idx="168">
                  <c:v>1.72749139867867</c:v>
                </c:pt>
                <c:pt idx="169">
                  <c:v>1.7377740855755699</c:v>
                </c:pt>
                <c:pt idx="170">
                  <c:v>1.74805677247247</c:v>
                </c:pt>
                <c:pt idx="171">
                  <c:v>1.75833945936936</c:v>
                </c:pt>
                <c:pt idx="172">
                  <c:v>1.7686221462662599</c:v>
                </c:pt>
                <c:pt idx="173">
                  <c:v>1.7789048331631601</c:v>
                </c:pt>
                <c:pt idx="174">
                  <c:v>1.78918752006006</c:v>
                </c:pt>
                <c:pt idx="175">
                  <c:v>1.7994702069569499</c:v>
                </c:pt>
                <c:pt idx="176">
                  <c:v>1.8097528938538501</c:v>
                </c:pt>
                <c:pt idx="177">
                  <c:v>1.82003558075075</c:v>
                </c:pt>
                <c:pt idx="178">
                  <c:v>1.8303182676476399</c:v>
                </c:pt>
                <c:pt idx="179">
                  <c:v>1.8406009545445401</c:v>
                </c:pt>
                <c:pt idx="180">
                  <c:v>1.85088364144144</c:v>
                </c:pt>
                <c:pt idx="181">
                  <c:v>1.86116632833833</c:v>
                </c:pt>
                <c:pt idx="182">
                  <c:v>1.8714490152352301</c:v>
                </c:pt>
                <c:pt idx="183">
                  <c:v>1.88173170213213</c:v>
                </c:pt>
                <c:pt idx="184">
                  <c:v>1.89201438902902</c:v>
                </c:pt>
                <c:pt idx="185">
                  <c:v>1.9022970759259199</c:v>
                </c:pt>
                <c:pt idx="186">
                  <c:v>1.9125797628228201</c:v>
                </c:pt>
                <c:pt idx="187">
                  <c:v>1.92286244971971</c:v>
                </c:pt>
                <c:pt idx="188">
                  <c:v>1.9331451366166099</c:v>
                </c:pt>
                <c:pt idx="189">
                  <c:v>1.9434278235135101</c:v>
                </c:pt>
                <c:pt idx="190">
                  <c:v>1.95371051041041</c:v>
                </c:pt>
                <c:pt idx="191">
                  <c:v>1.9639931973072999</c:v>
                </c:pt>
                <c:pt idx="192">
                  <c:v>1.9742758842042001</c:v>
                </c:pt>
                <c:pt idx="193">
                  <c:v>1.9845585711011</c:v>
                </c:pt>
                <c:pt idx="194">
                  <c:v>1.9948412579979899</c:v>
                </c:pt>
                <c:pt idx="195">
                  <c:v>2.0051239448948901</c:v>
                </c:pt>
                <c:pt idx="196">
                  <c:v>2.01540663179179</c:v>
                </c:pt>
                <c:pt idx="197">
                  <c:v>2.0256893186886802</c:v>
                </c:pt>
                <c:pt idx="198">
                  <c:v>2.0359720055855801</c:v>
                </c:pt>
                <c:pt idx="199">
                  <c:v>2.04625469248248</c:v>
                </c:pt>
                <c:pt idx="200">
                  <c:v>2.0565373793793702</c:v>
                </c:pt>
                <c:pt idx="201">
                  <c:v>2.0668200662762701</c:v>
                </c:pt>
                <c:pt idx="202">
                  <c:v>2.0771027531731701</c:v>
                </c:pt>
                <c:pt idx="203">
                  <c:v>2.08738544007007</c:v>
                </c:pt>
                <c:pt idx="204">
                  <c:v>2.0976681269669601</c:v>
                </c:pt>
                <c:pt idx="205">
                  <c:v>2.1079508138638601</c:v>
                </c:pt>
                <c:pt idx="206">
                  <c:v>2.11823350076076</c:v>
                </c:pt>
                <c:pt idx="207">
                  <c:v>2.1285161876576502</c:v>
                </c:pt>
                <c:pt idx="208">
                  <c:v>2.1387988745545501</c:v>
                </c:pt>
                <c:pt idx="209">
                  <c:v>2.14908156145145</c:v>
                </c:pt>
                <c:pt idx="210">
                  <c:v>2.1593642483483402</c:v>
                </c:pt>
                <c:pt idx="211">
                  <c:v>2.1696469352452401</c:v>
                </c:pt>
                <c:pt idx="212">
                  <c:v>2.17992962214214</c:v>
                </c:pt>
                <c:pt idx="213">
                  <c:v>2.1902123090390302</c:v>
                </c:pt>
                <c:pt idx="214">
                  <c:v>2.2004949959359301</c:v>
                </c:pt>
                <c:pt idx="215">
                  <c:v>2.21077768283283</c:v>
                </c:pt>
                <c:pt idx="216">
                  <c:v>2.2210603697297202</c:v>
                </c:pt>
                <c:pt idx="217">
                  <c:v>2.2313430566266201</c:v>
                </c:pt>
                <c:pt idx="218">
                  <c:v>2.2416257435235201</c:v>
                </c:pt>
                <c:pt idx="219">
                  <c:v>2.25190843042042</c:v>
                </c:pt>
                <c:pt idx="220">
                  <c:v>2.2621911173173102</c:v>
                </c:pt>
                <c:pt idx="221">
                  <c:v>2.2724738042142101</c:v>
                </c:pt>
                <c:pt idx="222">
                  <c:v>2.28275649111111</c:v>
                </c:pt>
                <c:pt idx="223">
                  <c:v>2.2930391780080002</c:v>
                </c:pt>
                <c:pt idx="224">
                  <c:v>2.3033218649049001</c:v>
                </c:pt>
                <c:pt idx="225">
                  <c:v>2.3136045518018</c:v>
                </c:pt>
                <c:pt idx="226">
                  <c:v>2.3238872386986902</c:v>
                </c:pt>
                <c:pt idx="227">
                  <c:v>2.3341699255955901</c:v>
                </c:pt>
                <c:pt idx="228">
                  <c:v>2.34445261249249</c:v>
                </c:pt>
                <c:pt idx="229">
                  <c:v>2.3547352993893802</c:v>
                </c:pt>
                <c:pt idx="230">
                  <c:v>2.3650179862862801</c:v>
                </c:pt>
                <c:pt idx="231">
                  <c:v>2.3753006731831801</c:v>
                </c:pt>
                <c:pt idx="232">
                  <c:v>2.38558336008008</c:v>
                </c:pt>
                <c:pt idx="233">
                  <c:v>2.3958660469769701</c:v>
                </c:pt>
                <c:pt idx="234">
                  <c:v>2.4061487338738701</c:v>
                </c:pt>
                <c:pt idx="235">
                  <c:v>2.41643142077077</c:v>
                </c:pt>
                <c:pt idx="236">
                  <c:v>2.4267141076676602</c:v>
                </c:pt>
                <c:pt idx="237">
                  <c:v>2.4369967945645601</c:v>
                </c:pt>
                <c:pt idx="238">
                  <c:v>2.44727948146146</c:v>
                </c:pt>
                <c:pt idx="239">
                  <c:v>2.4575621683583502</c:v>
                </c:pt>
                <c:pt idx="240">
                  <c:v>2.4678448552552501</c:v>
                </c:pt>
                <c:pt idx="241">
                  <c:v>2.47812754215215</c:v>
                </c:pt>
                <c:pt idx="242">
                  <c:v>2.4884102290490402</c:v>
                </c:pt>
                <c:pt idx="243">
                  <c:v>2.4986929159459401</c:v>
                </c:pt>
                <c:pt idx="244">
                  <c:v>2.50897560284284</c:v>
                </c:pt>
                <c:pt idx="245">
                  <c:v>2.5192582897397302</c:v>
                </c:pt>
                <c:pt idx="246">
                  <c:v>2.5295409766366301</c:v>
                </c:pt>
                <c:pt idx="247">
                  <c:v>2.5398236635335301</c:v>
                </c:pt>
                <c:pt idx="248">
                  <c:v>2.55010635043043</c:v>
                </c:pt>
                <c:pt idx="249">
                  <c:v>2.5603890373273201</c:v>
                </c:pt>
                <c:pt idx="250">
                  <c:v>2.5706717242242201</c:v>
                </c:pt>
                <c:pt idx="251">
                  <c:v>2.58095441112112</c:v>
                </c:pt>
                <c:pt idx="252">
                  <c:v>2.5912370980180102</c:v>
                </c:pt>
                <c:pt idx="253">
                  <c:v>2.6015197849149101</c:v>
                </c:pt>
                <c:pt idx="254">
                  <c:v>2.61180247181181</c:v>
                </c:pt>
                <c:pt idx="255">
                  <c:v>2.6220851587087002</c:v>
                </c:pt>
                <c:pt idx="256">
                  <c:v>2.6323678456056001</c:v>
                </c:pt>
                <c:pt idx="257">
                  <c:v>2.6426505325025</c:v>
                </c:pt>
                <c:pt idx="258">
                  <c:v>2.6529332193993902</c:v>
                </c:pt>
                <c:pt idx="259">
                  <c:v>2.6632159062962901</c:v>
                </c:pt>
                <c:pt idx="260">
                  <c:v>2.6734985931931901</c:v>
                </c:pt>
                <c:pt idx="261">
                  <c:v>2.68378128009009</c:v>
                </c:pt>
                <c:pt idx="262">
                  <c:v>2.6940639669869801</c:v>
                </c:pt>
                <c:pt idx="263">
                  <c:v>2.7043466538838801</c:v>
                </c:pt>
                <c:pt idx="264">
                  <c:v>2.71462934078078</c:v>
                </c:pt>
                <c:pt idx="265">
                  <c:v>2.7249120276776702</c:v>
                </c:pt>
                <c:pt idx="266">
                  <c:v>2.7351947145745701</c:v>
                </c:pt>
                <c:pt idx="267">
                  <c:v>2.74547740147147</c:v>
                </c:pt>
                <c:pt idx="268">
                  <c:v>2.7557600883683602</c:v>
                </c:pt>
                <c:pt idx="269">
                  <c:v>2.7660427752652601</c:v>
                </c:pt>
                <c:pt idx="270">
                  <c:v>2.77632546216216</c:v>
                </c:pt>
                <c:pt idx="271">
                  <c:v>2.7866081490590502</c:v>
                </c:pt>
                <c:pt idx="272">
                  <c:v>2.7968908359559501</c:v>
                </c:pt>
                <c:pt idx="273">
                  <c:v>2.80717352285285</c:v>
                </c:pt>
                <c:pt idx="274">
                  <c:v>2.8174562097497402</c:v>
                </c:pt>
                <c:pt idx="275">
                  <c:v>2.8277388966466401</c:v>
                </c:pt>
                <c:pt idx="276">
                  <c:v>2.8380215835435401</c:v>
                </c:pt>
                <c:pt idx="277">
                  <c:v>2.84830427044044</c:v>
                </c:pt>
                <c:pt idx="278">
                  <c:v>2.8585869573373301</c:v>
                </c:pt>
                <c:pt idx="279">
                  <c:v>2.8688696442342301</c:v>
                </c:pt>
                <c:pt idx="280">
                  <c:v>2.87915233113113</c:v>
                </c:pt>
                <c:pt idx="281">
                  <c:v>2.8894350180280202</c:v>
                </c:pt>
                <c:pt idx="282">
                  <c:v>2.8997177049249201</c:v>
                </c:pt>
                <c:pt idx="283">
                  <c:v>2.91000039182182</c:v>
                </c:pt>
                <c:pt idx="284">
                  <c:v>2.9202830787187102</c:v>
                </c:pt>
                <c:pt idx="285">
                  <c:v>2.9305657656156101</c:v>
                </c:pt>
                <c:pt idx="286">
                  <c:v>2.94084845251251</c:v>
                </c:pt>
                <c:pt idx="287">
                  <c:v>2.9511311394094002</c:v>
                </c:pt>
                <c:pt idx="288">
                  <c:v>2.9614138263063001</c:v>
                </c:pt>
                <c:pt idx="289">
                  <c:v>2.9716965132032001</c:v>
                </c:pt>
                <c:pt idx="290">
                  <c:v>2.9819792001001</c:v>
                </c:pt>
                <c:pt idx="291">
                  <c:v>2.9922618869969901</c:v>
                </c:pt>
                <c:pt idx="292">
                  <c:v>3.0025445738938901</c:v>
                </c:pt>
                <c:pt idx="293">
                  <c:v>3.01282726079079</c:v>
                </c:pt>
                <c:pt idx="294">
                  <c:v>3.0231099476876802</c:v>
                </c:pt>
                <c:pt idx="295">
                  <c:v>3.0333926345845801</c:v>
                </c:pt>
                <c:pt idx="296">
                  <c:v>3.04367532148148</c:v>
                </c:pt>
                <c:pt idx="297">
                  <c:v>3.0539580083783702</c:v>
                </c:pt>
                <c:pt idx="298">
                  <c:v>3.0642406952752701</c:v>
                </c:pt>
                <c:pt idx="299">
                  <c:v>3.07452338217217</c:v>
                </c:pt>
                <c:pt idx="300">
                  <c:v>3.0848060690690602</c:v>
                </c:pt>
                <c:pt idx="301">
                  <c:v>3.0950887559659601</c:v>
                </c:pt>
                <c:pt idx="302">
                  <c:v>3.10537144286286</c:v>
                </c:pt>
                <c:pt idx="303">
                  <c:v>3.1156541297597502</c:v>
                </c:pt>
                <c:pt idx="304">
                  <c:v>3.1259368166566501</c:v>
                </c:pt>
                <c:pt idx="305">
                  <c:v>3.1362195035535501</c:v>
                </c:pt>
                <c:pt idx="306">
                  <c:v>3.14650219045045</c:v>
                </c:pt>
                <c:pt idx="307">
                  <c:v>3.1567848773473401</c:v>
                </c:pt>
                <c:pt idx="308">
                  <c:v>3.1670675642442401</c:v>
                </c:pt>
                <c:pt idx="309">
                  <c:v>3.17735025114114</c:v>
                </c:pt>
                <c:pt idx="310">
                  <c:v>3.1876329380380302</c:v>
                </c:pt>
                <c:pt idx="311">
                  <c:v>3.1979156249349301</c:v>
                </c:pt>
                <c:pt idx="312">
                  <c:v>3.20819831183183</c:v>
                </c:pt>
                <c:pt idx="313">
                  <c:v>3.2184809987287202</c:v>
                </c:pt>
                <c:pt idx="314">
                  <c:v>3.2287636856256201</c:v>
                </c:pt>
                <c:pt idx="315">
                  <c:v>3.23904637252252</c:v>
                </c:pt>
                <c:pt idx="316">
                  <c:v>3.2493290594194102</c:v>
                </c:pt>
                <c:pt idx="317">
                  <c:v>3.2596117463163101</c:v>
                </c:pt>
                <c:pt idx="318">
                  <c:v>3.26989443321321</c:v>
                </c:pt>
                <c:pt idx="319">
                  <c:v>3.28017712011011</c:v>
                </c:pt>
                <c:pt idx="320">
                  <c:v>3.2904598070070001</c:v>
                </c:pt>
                <c:pt idx="321">
                  <c:v>3.3007424939039001</c:v>
                </c:pt>
                <c:pt idx="322">
                  <c:v>3.3110251808008</c:v>
                </c:pt>
                <c:pt idx="323">
                  <c:v>3.3213078676976902</c:v>
                </c:pt>
                <c:pt idx="324">
                  <c:v>3.3315905545945901</c:v>
                </c:pt>
                <c:pt idx="325">
                  <c:v>3.34187324149149</c:v>
                </c:pt>
                <c:pt idx="326">
                  <c:v>3.3521559283883802</c:v>
                </c:pt>
                <c:pt idx="327">
                  <c:v>3.3624386152852801</c:v>
                </c:pt>
                <c:pt idx="328">
                  <c:v>3.37272130218218</c:v>
                </c:pt>
                <c:pt idx="329">
                  <c:v>3.3830039890790702</c:v>
                </c:pt>
                <c:pt idx="330">
                  <c:v>3.3932866759759701</c:v>
                </c:pt>
                <c:pt idx="331">
                  <c:v>3.40356936287287</c:v>
                </c:pt>
                <c:pt idx="332">
                  <c:v>3.4138520497697602</c:v>
                </c:pt>
                <c:pt idx="333">
                  <c:v>3.4241347366666601</c:v>
                </c:pt>
                <c:pt idx="334">
                  <c:v>3.4344174235635601</c:v>
                </c:pt>
                <c:pt idx="335">
                  <c:v>3.44470011046046</c:v>
                </c:pt>
                <c:pt idx="336">
                  <c:v>3.4549827973573501</c:v>
                </c:pt>
                <c:pt idx="337">
                  <c:v>3.4652654842542501</c:v>
                </c:pt>
                <c:pt idx="338">
                  <c:v>3.47554817115115</c:v>
                </c:pt>
                <c:pt idx="339">
                  <c:v>3.4858308580480402</c:v>
                </c:pt>
                <c:pt idx="340">
                  <c:v>3.4961135449449401</c:v>
                </c:pt>
                <c:pt idx="341">
                  <c:v>3.50639623184184</c:v>
                </c:pt>
                <c:pt idx="342">
                  <c:v>3.5166789187387302</c:v>
                </c:pt>
                <c:pt idx="343">
                  <c:v>3.5269616056356301</c:v>
                </c:pt>
                <c:pt idx="344">
                  <c:v>3.53724429253253</c:v>
                </c:pt>
                <c:pt idx="345">
                  <c:v>3.5475269794294202</c:v>
                </c:pt>
                <c:pt idx="346">
                  <c:v>3.5578096663263201</c:v>
                </c:pt>
                <c:pt idx="347">
                  <c:v>3.56809235322322</c:v>
                </c:pt>
                <c:pt idx="348">
                  <c:v>3.57837504012012</c:v>
                </c:pt>
                <c:pt idx="349">
                  <c:v>3.5886577270170101</c:v>
                </c:pt>
                <c:pt idx="350">
                  <c:v>3.5989404139139101</c:v>
                </c:pt>
                <c:pt idx="351">
                  <c:v>3.60922310081081</c:v>
                </c:pt>
                <c:pt idx="352">
                  <c:v>3.6195057877077002</c:v>
                </c:pt>
                <c:pt idx="353">
                  <c:v>3.6297884746046001</c:v>
                </c:pt>
                <c:pt idx="354">
                  <c:v>3.6400711615015</c:v>
                </c:pt>
                <c:pt idx="355">
                  <c:v>3.6503538483983902</c:v>
                </c:pt>
                <c:pt idx="356">
                  <c:v>3.6606365352952901</c:v>
                </c:pt>
                <c:pt idx="357">
                  <c:v>3.67091922219219</c:v>
                </c:pt>
                <c:pt idx="358">
                  <c:v>3.6812019090890802</c:v>
                </c:pt>
                <c:pt idx="359">
                  <c:v>3.6914845959859801</c:v>
                </c:pt>
                <c:pt idx="360">
                  <c:v>3.70176728288288</c:v>
                </c:pt>
                <c:pt idx="361">
                  <c:v>3.7120499697797702</c:v>
                </c:pt>
                <c:pt idx="362">
                  <c:v>3.7223326566766701</c:v>
                </c:pt>
                <c:pt idx="363">
                  <c:v>3.7326153435735701</c:v>
                </c:pt>
                <c:pt idx="364">
                  <c:v>3.74289803047047</c:v>
                </c:pt>
                <c:pt idx="365">
                  <c:v>3.7531807173673601</c:v>
                </c:pt>
                <c:pt idx="366">
                  <c:v>3.7634634042642601</c:v>
                </c:pt>
                <c:pt idx="367">
                  <c:v>3.77374609116116</c:v>
                </c:pt>
                <c:pt idx="368">
                  <c:v>3.7840287780580502</c:v>
                </c:pt>
                <c:pt idx="369">
                  <c:v>3.7943114649549501</c:v>
                </c:pt>
                <c:pt idx="370">
                  <c:v>3.80459415185185</c:v>
                </c:pt>
                <c:pt idx="371">
                  <c:v>3.8148768387487402</c:v>
                </c:pt>
                <c:pt idx="372">
                  <c:v>3.8251595256456401</c:v>
                </c:pt>
                <c:pt idx="373">
                  <c:v>3.83544221254254</c:v>
                </c:pt>
                <c:pt idx="374">
                  <c:v>3.8457248994394302</c:v>
                </c:pt>
                <c:pt idx="375">
                  <c:v>3.8560075863363301</c:v>
                </c:pt>
                <c:pt idx="376">
                  <c:v>3.86629027323323</c:v>
                </c:pt>
                <c:pt idx="377">
                  <c:v>3.87657296013013</c:v>
                </c:pt>
                <c:pt idx="378">
                  <c:v>3.8868556470270201</c:v>
                </c:pt>
                <c:pt idx="379">
                  <c:v>3.8971383339239201</c:v>
                </c:pt>
                <c:pt idx="380">
                  <c:v>3.90742102082082</c:v>
                </c:pt>
                <c:pt idx="381">
                  <c:v>3.9177037077177101</c:v>
                </c:pt>
                <c:pt idx="382">
                  <c:v>3.9279863946146101</c:v>
                </c:pt>
                <c:pt idx="383">
                  <c:v>3.93826908151151</c:v>
                </c:pt>
                <c:pt idx="384">
                  <c:v>3.9485517684084002</c:v>
                </c:pt>
                <c:pt idx="385">
                  <c:v>3.9588344553053001</c:v>
                </c:pt>
                <c:pt idx="386">
                  <c:v>3.9691171422022</c:v>
                </c:pt>
                <c:pt idx="387">
                  <c:v>3.9793998290990902</c:v>
                </c:pt>
                <c:pt idx="388">
                  <c:v>3.9896825159959901</c:v>
                </c:pt>
                <c:pt idx="389">
                  <c:v>3.99996520289289</c:v>
                </c:pt>
                <c:pt idx="390">
                  <c:v>4.01024788978979</c:v>
                </c:pt>
                <c:pt idx="391">
                  <c:v>4.0205305766866797</c:v>
                </c:pt>
                <c:pt idx="392">
                  <c:v>4.0308132635835801</c:v>
                </c:pt>
                <c:pt idx="393">
                  <c:v>4.0410959504804804</c:v>
                </c:pt>
                <c:pt idx="394">
                  <c:v>4.0513786373773701</c:v>
                </c:pt>
                <c:pt idx="395">
                  <c:v>4.0616613242742696</c:v>
                </c:pt>
                <c:pt idx="396">
                  <c:v>4.07194401117117</c:v>
                </c:pt>
                <c:pt idx="397">
                  <c:v>4.0822266980680597</c:v>
                </c:pt>
                <c:pt idx="398">
                  <c:v>4.0925093849649601</c:v>
                </c:pt>
                <c:pt idx="399">
                  <c:v>4.1027920718618596</c:v>
                </c:pt>
                <c:pt idx="400">
                  <c:v>4.1130747587587502</c:v>
                </c:pt>
                <c:pt idx="401">
                  <c:v>4.1233574456556497</c:v>
                </c:pt>
                <c:pt idx="402">
                  <c:v>4.13364013255255</c:v>
                </c:pt>
                <c:pt idx="403">
                  <c:v>4.1439228194494397</c:v>
                </c:pt>
                <c:pt idx="404">
                  <c:v>4.1542055063463401</c:v>
                </c:pt>
                <c:pt idx="405">
                  <c:v>4.1644881932432396</c:v>
                </c:pt>
                <c:pt idx="406">
                  <c:v>4.17477088014014</c:v>
                </c:pt>
                <c:pt idx="407">
                  <c:v>4.1850535670370297</c:v>
                </c:pt>
                <c:pt idx="408">
                  <c:v>4.1953362539339301</c:v>
                </c:pt>
                <c:pt idx="409">
                  <c:v>4.2056189408308304</c:v>
                </c:pt>
                <c:pt idx="410">
                  <c:v>4.2159016277277201</c:v>
                </c:pt>
                <c:pt idx="411">
                  <c:v>4.2261843146246196</c:v>
                </c:pt>
                <c:pt idx="412">
                  <c:v>4.23646700152152</c:v>
                </c:pt>
                <c:pt idx="413">
                  <c:v>4.2467496884184097</c:v>
                </c:pt>
                <c:pt idx="414">
                  <c:v>4.2570323753153101</c:v>
                </c:pt>
                <c:pt idx="415">
                  <c:v>4.2673150622122096</c:v>
                </c:pt>
                <c:pt idx="416">
                  <c:v>4.2775977491091002</c:v>
                </c:pt>
                <c:pt idx="417">
                  <c:v>4.2878804360059997</c:v>
                </c:pt>
                <c:pt idx="418">
                  <c:v>4.2981631229029</c:v>
                </c:pt>
                <c:pt idx="419">
                  <c:v>4.3084458097997897</c:v>
                </c:pt>
                <c:pt idx="420">
                  <c:v>4.3187284966966901</c:v>
                </c:pt>
                <c:pt idx="421">
                  <c:v>4.3290111835935896</c:v>
                </c:pt>
                <c:pt idx="422">
                  <c:v>4.33929387049049</c:v>
                </c:pt>
                <c:pt idx="423">
                  <c:v>4.3495765573873797</c:v>
                </c:pt>
                <c:pt idx="424">
                  <c:v>4.3598592442842801</c:v>
                </c:pt>
                <c:pt idx="425">
                  <c:v>4.3701419311811804</c:v>
                </c:pt>
                <c:pt idx="426">
                  <c:v>4.3804246180780702</c:v>
                </c:pt>
                <c:pt idx="427">
                  <c:v>4.3907073049749696</c:v>
                </c:pt>
                <c:pt idx="428">
                  <c:v>4.40098999187187</c:v>
                </c:pt>
                <c:pt idx="429">
                  <c:v>4.4112726787687597</c:v>
                </c:pt>
                <c:pt idx="430">
                  <c:v>4.4215553656656601</c:v>
                </c:pt>
                <c:pt idx="431">
                  <c:v>4.4318380525625596</c:v>
                </c:pt>
                <c:pt idx="432">
                  <c:v>4.4421207394594502</c:v>
                </c:pt>
                <c:pt idx="433">
                  <c:v>4.4524034263563497</c:v>
                </c:pt>
                <c:pt idx="434">
                  <c:v>4.46268611325325</c:v>
                </c:pt>
                <c:pt idx="435">
                  <c:v>4.4729688001501398</c:v>
                </c:pt>
                <c:pt idx="436">
                  <c:v>4.4832514870470401</c:v>
                </c:pt>
                <c:pt idx="437">
                  <c:v>4.4935341739439396</c:v>
                </c:pt>
                <c:pt idx="438">
                  <c:v>4.50381686084084</c:v>
                </c:pt>
                <c:pt idx="439">
                  <c:v>4.5140995477377297</c:v>
                </c:pt>
                <c:pt idx="440">
                  <c:v>4.5243822346346301</c:v>
                </c:pt>
                <c:pt idx="441">
                  <c:v>4.5346649215315296</c:v>
                </c:pt>
                <c:pt idx="442">
                  <c:v>4.5449476084284202</c:v>
                </c:pt>
                <c:pt idx="443">
                  <c:v>4.5552302953253196</c:v>
                </c:pt>
                <c:pt idx="444">
                  <c:v>4.56551298222222</c:v>
                </c:pt>
                <c:pt idx="445">
                  <c:v>4.5757956691191097</c:v>
                </c:pt>
                <c:pt idx="446">
                  <c:v>4.5860783560160101</c:v>
                </c:pt>
                <c:pt idx="447">
                  <c:v>4.5963610429129096</c:v>
                </c:pt>
                <c:pt idx="448">
                  <c:v>4.6066437298098002</c:v>
                </c:pt>
                <c:pt idx="449">
                  <c:v>4.6169264167066997</c:v>
                </c:pt>
                <c:pt idx="450">
                  <c:v>4.6272091036036</c:v>
                </c:pt>
                <c:pt idx="451">
                  <c:v>4.6374917905005004</c:v>
                </c:pt>
                <c:pt idx="452">
                  <c:v>4.6477744773973901</c:v>
                </c:pt>
                <c:pt idx="453">
                  <c:v>4.6580571642942896</c:v>
                </c:pt>
                <c:pt idx="454">
                  <c:v>4.66833985119119</c:v>
                </c:pt>
                <c:pt idx="455">
                  <c:v>4.6786225380880797</c:v>
                </c:pt>
                <c:pt idx="456">
                  <c:v>4.6889052249849801</c:v>
                </c:pt>
                <c:pt idx="457">
                  <c:v>4.6991879118818796</c:v>
                </c:pt>
                <c:pt idx="458">
                  <c:v>4.7094705987787702</c:v>
                </c:pt>
                <c:pt idx="459">
                  <c:v>4.7197532856756697</c:v>
                </c:pt>
                <c:pt idx="460">
                  <c:v>4.73003597257257</c:v>
                </c:pt>
                <c:pt idx="461">
                  <c:v>4.7403186594694597</c:v>
                </c:pt>
                <c:pt idx="462">
                  <c:v>4.7506013463663601</c:v>
                </c:pt>
                <c:pt idx="463">
                  <c:v>4.7608840332632596</c:v>
                </c:pt>
                <c:pt idx="464">
                  <c:v>4.77116672016016</c:v>
                </c:pt>
                <c:pt idx="465">
                  <c:v>4.7814494070570497</c:v>
                </c:pt>
                <c:pt idx="466">
                  <c:v>4.7917320939539501</c:v>
                </c:pt>
                <c:pt idx="467">
                  <c:v>4.8020147808508504</c:v>
                </c:pt>
                <c:pt idx="468">
                  <c:v>4.8122974677477401</c:v>
                </c:pt>
                <c:pt idx="469">
                  <c:v>4.8225801546446396</c:v>
                </c:pt>
                <c:pt idx="470">
                  <c:v>4.83286284154154</c:v>
                </c:pt>
                <c:pt idx="471">
                  <c:v>4.8431455284384297</c:v>
                </c:pt>
                <c:pt idx="472">
                  <c:v>4.8534282153353301</c:v>
                </c:pt>
                <c:pt idx="473">
                  <c:v>4.8637109022322296</c:v>
                </c:pt>
                <c:pt idx="474">
                  <c:v>4.8739935891291202</c:v>
                </c:pt>
                <c:pt idx="475">
                  <c:v>4.8842762760260197</c:v>
                </c:pt>
                <c:pt idx="476">
                  <c:v>4.89455896292292</c:v>
                </c:pt>
                <c:pt idx="477">
                  <c:v>4.9048416498198097</c:v>
                </c:pt>
                <c:pt idx="478">
                  <c:v>4.9151243367167101</c:v>
                </c:pt>
                <c:pt idx="479">
                  <c:v>4.9254070236136096</c:v>
                </c:pt>
                <c:pt idx="480">
                  <c:v>4.93568971051051</c:v>
                </c:pt>
                <c:pt idx="481">
                  <c:v>4.9459723974073997</c:v>
                </c:pt>
                <c:pt idx="482">
                  <c:v>4.9562550843043001</c:v>
                </c:pt>
                <c:pt idx="483">
                  <c:v>4.9665377712012004</c:v>
                </c:pt>
                <c:pt idx="484">
                  <c:v>4.9768204580980901</c:v>
                </c:pt>
                <c:pt idx="485">
                  <c:v>4.9871031449949896</c:v>
                </c:pt>
                <c:pt idx="486">
                  <c:v>4.99738583189189</c:v>
                </c:pt>
                <c:pt idx="487">
                  <c:v>5.0076685187887797</c:v>
                </c:pt>
                <c:pt idx="488">
                  <c:v>5.0179512056856801</c:v>
                </c:pt>
                <c:pt idx="489">
                  <c:v>5.0282338925825796</c:v>
                </c:pt>
                <c:pt idx="490">
                  <c:v>5.0385165794794702</c:v>
                </c:pt>
                <c:pt idx="491">
                  <c:v>5.0487992663763697</c:v>
                </c:pt>
                <c:pt idx="492">
                  <c:v>5.05908195327327</c:v>
                </c:pt>
                <c:pt idx="493">
                  <c:v>5.0693646401701598</c:v>
                </c:pt>
                <c:pt idx="494">
                  <c:v>5.0796473270670601</c:v>
                </c:pt>
                <c:pt idx="495">
                  <c:v>5.0899300139639596</c:v>
                </c:pt>
                <c:pt idx="496">
                  <c:v>5.10021270086086</c:v>
                </c:pt>
                <c:pt idx="497">
                  <c:v>5.1104953877577497</c:v>
                </c:pt>
                <c:pt idx="498">
                  <c:v>5.1207780746546501</c:v>
                </c:pt>
                <c:pt idx="499">
                  <c:v>5.1310607615515504</c:v>
                </c:pt>
                <c:pt idx="500">
                  <c:v>5.1413434484484402</c:v>
                </c:pt>
                <c:pt idx="501">
                  <c:v>5.1516261353453396</c:v>
                </c:pt>
                <c:pt idx="502">
                  <c:v>5.16190882224224</c:v>
                </c:pt>
                <c:pt idx="503">
                  <c:v>5.1721915091391297</c:v>
                </c:pt>
                <c:pt idx="504">
                  <c:v>5.1824741960360301</c:v>
                </c:pt>
                <c:pt idx="505">
                  <c:v>5.1927568829329296</c:v>
                </c:pt>
                <c:pt idx="506">
                  <c:v>5.2030395698298202</c:v>
                </c:pt>
                <c:pt idx="507">
                  <c:v>5.2133222567267197</c:v>
                </c:pt>
                <c:pt idx="508">
                  <c:v>5.22360494362362</c:v>
                </c:pt>
                <c:pt idx="509">
                  <c:v>5.2338876305205204</c:v>
                </c:pt>
                <c:pt idx="510">
                  <c:v>5.2441703174174101</c:v>
                </c:pt>
                <c:pt idx="511">
                  <c:v>5.2544530043143096</c:v>
                </c:pt>
                <c:pt idx="512">
                  <c:v>5.26473569121121</c:v>
                </c:pt>
                <c:pt idx="513">
                  <c:v>5.2750183781080997</c:v>
                </c:pt>
                <c:pt idx="514">
                  <c:v>5.2853010650050001</c:v>
                </c:pt>
                <c:pt idx="515">
                  <c:v>5.2955837519018996</c:v>
                </c:pt>
                <c:pt idx="516">
                  <c:v>5.3058664387987902</c:v>
                </c:pt>
                <c:pt idx="517">
                  <c:v>5.3161491256956896</c:v>
                </c:pt>
                <c:pt idx="518">
                  <c:v>5.32643181259259</c:v>
                </c:pt>
                <c:pt idx="519">
                  <c:v>5.3367144994894797</c:v>
                </c:pt>
                <c:pt idx="520">
                  <c:v>5.3469971863863801</c:v>
                </c:pt>
                <c:pt idx="521">
                  <c:v>5.3572798732832796</c:v>
                </c:pt>
                <c:pt idx="522">
                  <c:v>5.36756256018018</c:v>
                </c:pt>
                <c:pt idx="523">
                  <c:v>5.3778452470770697</c:v>
                </c:pt>
                <c:pt idx="524">
                  <c:v>5.3881279339739701</c:v>
                </c:pt>
                <c:pt idx="525">
                  <c:v>5.3984106208708704</c:v>
                </c:pt>
                <c:pt idx="526">
                  <c:v>5.4086933077677601</c:v>
                </c:pt>
                <c:pt idx="527">
                  <c:v>5.4189759946646596</c:v>
                </c:pt>
                <c:pt idx="528">
                  <c:v>5.42925868156156</c:v>
                </c:pt>
                <c:pt idx="529">
                  <c:v>5.4395413684584497</c:v>
                </c:pt>
                <c:pt idx="530">
                  <c:v>5.4498240553553501</c:v>
                </c:pt>
                <c:pt idx="531">
                  <c:v>5.4601067422522496</c:v>
                </c:pt>
                <c:pt idx="532">
                  <c:v>5.4703894291491402</c:v>
                </c:pt>
                <c:pt idx="533">
                  <c:v>5.4806721160460397</c:v>
                </c:pt>
                <c:pt idx="534">
                  <c:v>5.49095480294294</c:v>
                </c:pt>
                <c:pt idx="535">
                  <c:v>5.5012374898398297</c:v>
                </c:pt>
                <c:pt idx="536">
                  <c:v>5.5115201767367301</c:v>
                </c:pt>
                <c:pt idx="537">
                  <c:v>5.5218028636336296</c:v>
                </c:pt>
                <c:pt idx="538">
                  <c:v>5.53208555053053</c:v>
                </c:pt>
                <c:pt idx="539">
                  <c:v>5.5423682374274197</c:v>
                </c:pt>
                <c:pt idx="540">
                  <c:v>5.5526509243243201</c:v>
                </c:pt>
                <c:pt idx="541">
                  <c:v>5.5629336112212204</c:v>
                </c:pt>
                <c:pt idx="542">
                  <c:v>5.5732162981181101</c:v>
                </c:pt>
                <c:pt idx="543">
                  <c:v>5.5834989850150096</c:v>
                </c:pt>
                <c:pt idx="544">
                  <c:v>5.59378167191191</c:v>
                </c:pt>
                <c:pt idx="545">
                  <c:v>5.6040643588087997</c:v>
                </c:pt>
                <c:pt idx="546">
                  <c:v>5.6143470457057001</c:v>
                </c:pt>
                <c:pt idx="547">
                  <c:v>5.6246297326025996</c:v>
                </c:pt>
                <c:pt idx="548">
                  <c:v>5.6349124194994902</c:v>
                </c:pt>
                <c:pt idx="549">
                  <c:v>5.6451951063963897</c:v>
                </c:pt>
                <c:pt idx="550">
                  <c:v>5.65547779329329</c:v>
                </c:pt>
                <c:pt idx="551">
                  <c:v>5.6657604801901797</c:v>
                </c:pt>
                <c:pt idx="552">
                  <c:v>5.6760431670870801</c:v>
                </c:pt>
                <c:pt idx="553">
                  <c:v>5.6863258539839796</c:v>
                </c:pt>
                <c:pt idx="554">
                  <c:v>5.69660854088088</c:v>
                </c:pt>
                <c:pt idx="555">
                  <c:v>5.7068912277777697</c:v>
                </c:pt>
                <c:pt idx="556">
                  <c:v>5.7171739146746701</c:v>
                </c:pt>
                <c:pt idx="557">
                  <c:v>5.7274566015715704</c:v>
                </c:pt>
                <c:pt idx="558">
                  <c:v>5.7377392884684602</c:v>
                </c:pt>
                <c:pt idx="559">
                  <c:v>5.7480219753653596</c:v>
                </c:pt>
                <c:pt idx="560">
                  <c:v>5.75830466226226</c:v>
                </c:pt>
                <c:pt idx="561">
                  <c:v>5.7685873491591497</c:v>
                </c:pt>
                <c:pt idx="562">
                  <c:v>5.7788700360560501</c:v>
                </c:pt>
                <c:pt idx="563">
                  <c:v>5.7891527229529496</c:v>
                </c:pt>
                <c:pt idx="564">
                  <c:v>5.7994354098498402</c:v>
                </c:pt>
                <c:pt idx="565">
                  <c:v>5.8097180967467397</c:v>
                </c:pt>
                <c:pt idx="566">
                  <c:v>5.82000078364364</c:v>
                </c:pt>
                <c:pt idx="567">
                  <c:v>5.8302834705405404</c:v>
                </c:pt>
                <c:pt idx="568">
                  <c:v>5.8405661574374301</c:v>
                </c:pt>
                <c:pt idx="569">
                  <c:v>5.8508488443343296</c:v>
                </c:pt>
                <c:pt idx="570">
                  <c:v>5.86113153123123</c:v>
                </c:pt>
                <c:pt idx="571">
                  <c:v>5.8714142181281197</c:v>
                </c:pt>
                <c:pt idx="572">
                  <c:v>5.8816969050250201</c:v>
                </c:pt>
                <c:pt idx="573">
                  <c:v>5.8919795919219196</c:v>
                </c:pt>
                <c:pt idx="574">
                  <c:v>5.9022622788188102</c:v>
                </c:pt>
                <c:pt idx="575">
                  <c:v>5.9125449657157096</c:v>
                </c:pt>
                <c:pt idx="576">
                  <c:v>5.92282765261261</c:v>
                </c:pt>
                <c:pt idx="577">
                  <c:v>5.9331103395094997</c:v>
                </c:pt>
                <c:pt idx="578">
                  <c:v>5.9433930264064001</c:v>
                </c:pt>
                <c:pt idx="579">
                  <c:v>5.9536757133032996</c:v>
                </c:pt>
                <c:pt idx="580">
                  <c:v>5.9639584002002</c:v>
                </c:pt>
                <c:pt idx="581">
                  <c:v>5.9742410870970897</c:v>
                </c:pt>
                <c:pt idx="582">
                  <c:v>5.98452377399399</c:v>
                </c:pt>
                <c:pt idx="583">
                  <c:v>5.9948064608908904</c:v>
                </c:pt>
                <c:pt idx="584">
                  <c:v>6.0050891477877801</c:v>
                </c:pt>
                <c:pt idx="585">
                  <c:v>6.0153718346846796</c:v>
                </c:pt>
                <c:pt idx="586">
                  <c:v>6.02565452158158</c:v>
                </c:pt>
                <c:pt idx="587">
                  <c:v>6.0359372084784697</c:v>
                </c:pt>
                <c:pt idx="588">
                  <c:v>6.0462198953753701</c:v>
                </c:pt>
                <c:pt idx="589">
                  <c:v>6.0565025822722696</c:v>
                </c:pt>
                <c:pt idx="590">
                  <c:v>6.0667852691691602</c:v>
                </c:pt>
                <c:pt idx="591">
                  <c:v>6.0770679560660597</c:v>
                </c:pt>
                <c:pt idx="592">
                  <c:v>6.08735064296296</c:v>
                </c:pt>
                <c:pt idx="593">
                  <c:v>6.0976333298598497</c:v>
                </c:pt>
                <c:pt idx="594">
                  <c:v>6.1079160167567501</c:v>
                </c:pt>
                <c:pt idx="595">
                  <c:v>6.1181987036536496</c:v>
                </c:pt>
                <c:pt idx="596">
                  <c:v>6.12848139055055</c:v>
                </c:pt>
                <c:pt idx="597">
                  <c:v>6.1387640774474397</c:v>
                </c:pt>
                <c:pt idx="598">
                  <c:v>6.1490467643443401</c:v>
                </c:pt>
                <c:pt idx="599">
                  <c:v>6.1593294512412404</c:v>
                </c:pt>
                <c:pt idx="600">
                  <c:v>6.1696121381381301</c:v>
                </c:pt>
                <c:pt idx="601">
                  <c:v>6.1798948250350296</c:v>
                </c:pt>
                <c:pt idx="602">
                  <c:v>6.19017751193193</c:v>
                </c:pt>
                <c:pt idx="603">
                  <c:v>6.2004601988288197</c:v>
                </c:pt>
                <c:pt idx="604">
                  <c:v>6.2107428857257201</c:v>
                </c:pt>
                <c:pt idx="605">
                  <c:v>6.2210255726226196</c:v>
                </c:pt>
                <c:pt idx="606">
                  <c:v>6.2313082595195102</c:v>
                </c:pt>
                <c:pt idx="607">
                  <c:v>6.2415909464164097</c:v>
                </c:pt>
                <c:pt idx="608">
                  <c:v>6.25187363331331</c:v>
                </c:pt>
                <c:pt idx="609">
                  <c:v>6.2621563202101997</c:v>
                </c:pt>
                <c:pt idx="610">
                  <c:v>6.2724390071071001</c:v>
                </c:pt>
                <c:pt idx="611">
                  <c:v>6.2827216940039996</c:v>
                </c:pt>
                <c:pt idx="612">
                  <c:v>6.2930043809009</c:v>
                </c:pt>
                <c:pt idx="613">
                  <c:v>6.3032870677977897</c:v>
                </c:pt>
                <c:pt idx="614">
                  <c:v>6.3135697546946901</c:v>
                </c:pt>
                <c:pt idx="615">
                  <c:v>6.3238524415915904</c:v>
                </c:pt>
                <c:pt idx="616">
                  <c:v>6.3341351284884801</c:v>
                </c:pt>
                <c:pt idx="617">
                  <c:v>6.3444178153853796</c:v>
                </c:pt>
                <c:pt idx="618">
                  <c:v>6.35470050228228</c:v>
                </c:pt>
                <c:pt idx="619">
                  <c:v>6.3649831891791697</c:v>
                </c:pt>
                <c:pt idx="620">
                  <c:v>6.3752658760760701</c:v>
                </c:pt>
                <c:pt idx="621">
                  <c:v>6.3855485629729696</c:v>
                </c:pt>
                <c:pt idx="622">
                  <c:v>6.3958312498698602</c:v>
                </c:pt>
                <c:pt idx="623">
                  <c:v>6.4061139367667597</c:v>
                </c:pt>
                <c:pt idx="624">
                  <c:v>6.41639662366366</c:v>
                </c:pt>
                <c:pt idx="625">
                  <c:v>6.4266793105605604</c:v>
                </c:pt>
                <c:pt idx="626">
                  <c:v>6.4369619974574501</c:v>
                </c:pt>
                <c:pt idx="627">
                  <c:v>6.4472446843543496</c:v>
                </c:pt>
                <c:pt idx="628">
                  <c:v>6.45752737125125</c:v>
                </c:pt>
                <c:pt idx="629">
                  <c:v>6.4678100581481397</c:v>
                </c:pt>
                <c:pt idx="630">
                  <c:v>6.4780927450450401</c:v>
                </c:pt>
                <c:pt idx="631">
                  <c:v>6.4883754319419404</c:v>
                </c:pt>
                <c:pt idx="632">
                  <c:v>6.4986581188388302</c:v>
                </c:pt>
                <c:pt idx="633">
                  <c:v>6.5089408057357296</c:v>
                </c:pt>
                <c:pt idx="634">
                  <c:v>6.51922349263263</c:v>
                </c:pt>
                <c:pt idx="635">
                  <c:v>6.5295061795295197</c:v>
                </c:pt>
                <c:pt idx="636">
                  <c:v>6.5397888664264201</c:v>
                </c:pt>
                <c:pt idx="637">
                  <c:v>6.5500715533233196</c:v>
                </c:pt>
                <c:pt idx="638">
                  <c:v>6.56035424022022</c:v>
                </c:pt>
                <c:pt idx="639">
                  <c:v>6.5706369271171097</c:v>
                </c:pt>
                <c:pt idx="640">
                  <c:v>6.58091961401401</c:v>
                </c:pt>
                <c:pt idx="641">
                  <c:v>6.5912023009109104</c:v>
                </c:pt>
                <c:pt idx="642">
                  <c:v>6.6014849878078001</c:v>
                </c:pt>
                <c:pt idx="643">
                  <c:v>6.6117676747046996</c:v>
                </c:pt>
                <c:pt idx="644">
                  <c:v>6.6220503616016</c:v>
                </c:pt>
                <c:pt idx="645">
                  <c:v>6.6323330484984897</c:v>
                </c:pt>
                <c:pt idx="646">
                  <c:v>6.6426157353953901</c:v>
                </c:pt>
                <c:pt idx="647">
                  <c:v>6.6528984222922896</c:v>
                </c:pt>
                <c:pt idx="648">
                  <c:v>6.6631811091891802</c:v>
                </c:pt>
                <c:pt idx="649">
                  <c:v>6.6734637960860796</c:v>
                </c:pt>
                <c:pt idx="650">
                  <c:v>6.68374648298298</c:v>
                </c:pt>
                <c:pt idx="651">
                  <c:v>6.6940291698798697</c:v>
                </c:pt>
                <c:pt idx="652">
                  <c:v>6.7043118567767701</c:v>
                </c:pt>
                <c:pt idx="653">
                  <c:v>6.7145945436736696</c:v>
                </c:pt>
                <c:pt idx="654">
                  <c:v>6.72487723057057</c:v>
                </c:pt>
                <c:pt idx="655">
                  <c:v>6.7351599174674597</c:v>
                </c:pt>
                <c:pt idx="656">
                  <c:v>6.7454426043643601</c:v>
                </c:pt>
                <c:pt idx="657">
                  <c:v>6.7557252912612604</c:v>
                </c:pt>
                <c:pt idx="658">
                  <c:v>6.7660079781581501</c:v>
                </c:pt>
                <c:pt idx="659">
                  <c:v>6.7762906650550496</c:v>
                </c:pt>
                <c:pt idx="660">
                  <c:v>6.78657335195195</c:v>
                </c:pt>
                <c:pt idx="661">
                  <c:v>6.7968560388488397</c:v>
                </c:pt>
                <c:pt idx="662">
                  <c:v>6.8071387257457401</c:v>
                </c:pt>
                <c:pt idx="663">
                  <c:v>6.8174214126426396</c:v>
                </c:pt>
                <c:pt idx="664">
                  <c:v>6.8277040995395302</c:v>
                </c:pt>
                <c:pt idx="665">
                  <c:v>6.8379867864364297</c:v>
                </c:pt>
                <c:pt idx="666">
                  <c:v>6.84826947333333</c:v>
                </c:pt>
                <c:pt idx="667">
                  <c:v>6.8585521602302197</c:v>
                </c:pt>
                <c:pt idx="668">
                  <c:v>6.8688348471271201</c:v>
                </c:pt>
                <c:pt idx="669">
                  <c:v>6.8791175340240196</c:v>
                </c:pt>
                <c:pt idx="670">
                  <c:v>6.88940022092092</c:v>
                </c:pt>
                <c:pt idx="671">
                  <c:v>6.8996829078178097</c:v>
                </c:pt>
                <c:pt idx="672">
                  <c:v>6.9099655947147101</c:v>
                </c:pt>
                <c:pt idx="673">
                  <c:v>6.9202482816116104</c:v>
                </c:pt>
                <c:pt idx="674">
                  <c:v>6.9305309685085001</c:v>
                </c:pt>
                <c:pt idx="675">
                  <c:v>6.9408136554053996</c:v>
                </c:pt>
                <c:pt idx="676">
                  <c:v>6.9510963423023</c:v>
                </c:pt>
                <c:pt idx="677">
                  <c:v>6.9613790291991897</c:v>
                </c:pt>
                <c:pt idx="678">
                  <c:v>6.9716617160960901</c:v>
                </c:pt>
                <c:pt idx="679">
                  <c:v>6.9819444029929896</c:v>
                </c:pt>
                <c:pt idx="680">
                  <c:v>6.9922270898898802</c:v>
                </c:pt>
                <c:pt idx="681">
                  <c:v>7.0025097767867797</c:v>
                </c:pt>
                <c:pt idx="682">
                  <c:v>7.01279246368368</c:v>
                </c:pt>
                <c:pt idx="683">
                  <c:v>7.0230751505805804</c:v>
                </c:pt>
                <c:pt idx="684">
                  <c:v>7.0333578374774701</c:v>
                </c:pt>
                <c:pt idx="685">
                  <c:v>7.0436405243743696</c:v>
                </c:pt>
                <c:pt idx="686">
                  <c:v>7.05392321127127</c:v>
                </c:pt>
                <c:pt idx="687">
                  <c:v>7.0642058981681597</c:v>
                </c:pt>
                <c:pt idx="688">
                  <c:v>7.0744885850650601</c:v>
                </c:pt>
                <c:pt idx="689">
                  <c:v>7.0847712719619604</c:v>
                </c:pt>
                <c:pt idx="690">
                  <c:v>7.0950539588588502</c:v>
                </c:pt>
                <c:pt idx="691">
                  <c:v>7.1053366457557496</c:v>
                </c:pt>
                <c:pt idx="692">
                  <c:v>7.11561933265265</c:v>
                </c:pt>
                <c:pt idx="693">
                  <c:v>7.1259020195495397</c:v>
                </c:pt>
                <c:pt idx="694">
                  <c:v>7.1361847064464401</c:v>
                </c:pt>
                <c:pt idx="695">
                  <c:v>7.1464673933433396</c:v>
                </c:pt>
                <c:pt idx="696">
                  <c:v>7.15675008024024</c:v>
                </c:pt>
                <c:pt idx="697">
                  <c:v>7.1670327671371297</c:v>
                </c:pt>
                <c:pt idx="698">
                  <c:v>7.17731545403403</c:v>
                </c:pt>
                <c:pt idx="699">
                  <c:v>7.1875981409309304</c:v>
                </c:pt>
                <c:pt idx="700">
                  <c:v>7.1978808278278201</c:v>
                </c:pt>
                <c:pt idx="701">
                  <c:v>7.2081635147247196</c:v>
                </c:pt>
                <c:pt idx="702">
                  <c:v>7.21844620162162</c:v>
                </c:pt>
                <c:pt idx="703">
                  <c:v>7.2287288885185097</c:v>
                </c:pt>
                <c:pt idx="704">
                  <c:v>7.2390115754154101</c:v>
                </c:pt>
                <c:pt idx="705">
                  <c:v>7.2492942623123096</c:v>
                </c:pt>
                <c:pt idx="706">
                  <c:v>7.2595769492092002</c:v>
                </c:pt>
                <c:pt idx="707">
                  <c:v>7.2698596361060996</c:v>
                </c:pt>
                <c:pt idx="708">
                  <c:v>7.280142323003</c:v>
                </c:pt>
                <c:pt idx="709">
                  <c:v>7.2904250098998897</c:v>
                </c:pt>
                <c:pt idx="710">
                  <c:v>7.3007076967967901</c:v>
                </c:pt>
                <c:pt idx="711">
                  <c:v>7.3109903836936896</c:v>
                </c:pt>
                <c:pt idx="712">
                  <c:v>7.32127307059059</c:v>
                </c:pt>
                <c:pt idx="713">
                  <c:v>7.3315557574874797</c:v>
                </c:pt>
                <c:pt idx="714">
                  <c:v>7.34183844438438</c:v>
                </c:pt>
                <c:pt idx="715">
                  <c:v>7.3521211312812804</c:v>
                </c:pt>
                <c:pt idx="716">
                  <c:v>7.3624038181781701</c:v>
                </c:pt>
                <c:pt idx="717">
                  <c:v>7.3726865050750696</c:v>
                </c:pt>
                <c:pt idx="718">
                  <c:v>7.38296919197197</c:v>
                </c:pt>
                <c:pt idx="719">
                  <c:v>7.3932518788688597</c:v>
                </c:pt>
                <c:pt idx="720">
                  <c:v>7.4035345657657601</c:v>
                </c:pt>
                <c:pt idx="721">
                  <c:v>7.4138172526626596</c:v>
                </c:pt>
                <c:pt idx="722">
                  <c:v>7.4240999395595502</c:v>
                </c:pt>
                <c:pt idx="723">
                  <c:v>7.4343826264564496</c:v>
                </c:pt>
                <c:pt idx="724">
                  <c:v>7.44466531335335</c:v>
                </c:pt>
                <c:pt idx="725">
                  <c:v>7.4549480002502397</c:v>
                </c:pt>
                <c:pt idx="726">
                  <c:v>7.4652306871471401</c:v>
                </c:pt>
                <c:pt idx="727">
                  <c:v>7.4755133740440396</c:v>
                </c:pt>
                <c:pt idx="728">
                  <c:v>7.48579606094094</c:v>
                </c:pt>
                <c:pt idx="729">
                  <c:v>7.4960787478378297</c:v>
                </c:pt>
                <c:pt idx="730">
                  <c:v>7.5063614347347301</c:v>
                </c:pt>
                <c:pt idx="731">
                  <c:v>7.5166441216316304</c:v>
                </c:pt>
                <c:pt idx="732">
                  <c:v>7.5269268085285201</c:v>
                </c:pt>
                <c:pt idx="733">
                  <c:v>7.5372094954254196</c:v>
                </c:pt>
                <c:pt idx="734">
                  <c:v>7.54749218232232</c:v>
                </c:pt>
                <c:pt idx="735">
                  <c:v>7.5577748692192097</c:v>
                </c:pt>
                <c:pt idx="736">
                  <c:v>7.5680575561161101</c:v>
                </c:pt>
                <c:pt idx="737">
                  <c:v>7.5783402430130096</c:v>
                </c:pt>
                <c:pt idx="738">
                  <c:v>7.5886229299099002</c:v>
                </c:pt>
                <c:pt idx="739">
                  <c:v>7.5989056168067997</c:v>
                </c:pt>
                <c:pt idx="740">
                  <c:v>7.6091883037037</c:v>
                </c:pt>
                <c:pt idx="741">
                  <c:v>7.6194709906006004</c:v>
                </c:pt>
                <c:pt idx="742">
                  <c:v>7.6297536774974901</c:v>
                </c:pt>
                <c:pt idx="743">
                  <c:v>7.6400363643943896</c:v>
                </c:pt>
                <c:pt idx="744">
                  <c:v>7.65031905129129</c:v>
                </c:pt>
                <c:pt idx="745">
                  <c:v>7.6606017381881797</c:v>
                </c:pt>
                <c:pt idx="746">
                  <c:v>7.6708844250850801</c:v>
                </c:pt>
                <c:pt idx="747">
                  <c:v>7.6811671119819804</c:v>
                </c:pt>
                <c:pt idx="748">
                  <c:v>7.6914497988788701</c:v>
                </c:pt>
                <c:pt idx="749">
                  <c:v>7.7017324857757696</c:v>
                </c:pt>
                <c:pt idx="750">
                  <c:v>7.71201517267267</c:v>
                </c:pt>
                <c:pt idx="751">
                  <c:v>7.7222978595695597</c:v>
                </c:pt>
                <c:pt idx="752">
                  <c:v>7.7325805464664601</c:v>
                </c:pt>
                <c:pt idx="753">
                  <c:v>7.7428632333633596</c:v>
                </c:pt>
                <c:pt idx="754">
                  <c:v>7.7531459202602599</c:v>
                </c:pt>
                <c:pt idx="755">
                  <c:v>7.7634286071571497</c:v>
                </c:pt>
                <c:pt idx="756">
                  <c:v>7.77371129405405</c:v>
                </c:pt>
                <c:pt idx="757">
                  <c:v>7.7839939809509504</c:v>
                </c:pt>
                <c:pt idx="758">
                  <c:v>7.7942766678478401</c:v>
                </c:pt>
                <c:pt idx="759">
                  <c:v>7.8045593547447396</c:v>
                </c:pt>
                <c:pt idx="760">
                  <c:v>7.81484204164164</c:v>
                </c:pt>
                <c:pt idx="761">
                  <c:v>7.8251247285385297</c:v>
                </c:pt>
                <c:pt idx="762">
                  <c:v>7.8354074154354301</c:v>
                </c:pt>
                <c:pt idx="763">
                  <c:v>7.8456901023323304</c:v>
                </c:pt>
                <c:pt idx="764">
                  <c:v>7.8559727892292202</c:v>
                </c:pt>
                <c:pt idx="765">
                  <c:v>7.8662554761261196</c:v>
                </c:pt>
                <c:pt idx="766">
                  <c:v>7.87653816302302</c:v>
                </c:pt>
                <c:pt idx="767">
                  <c:v>7.8868208499199097</c:v>
                </c:pt>
                <c:pt idx="768">
                  <c:v>7.8971035368168101</c:v>
                </c:pt>
                <c:pt idx="769">
                  <c:v>7.9073862237137096</c:v>
                </c:pt>
                <c:pt idx="770">
                  <c:v>7.91766891061061</c:v>
                </c:pt>
                <c:pt idx="771">
                  <c:v>7.9279515975074997</c:v>
                </c:pt>
                <c:pt idx="772">
                  <c:v>7.9382342844044</c:v>
                </c:pt>
                <c:pt idx="773">
                  <c:v>7.9485169713013004</c:v>
                </c:pt>
                <c:pt idx="774">
                  <c:v>7.9587996581981901</c:v>
                </c:pt>
                <c:pt idx="775">
                  <c:v>7.9690823450950896</c:v>
                </c:pt>
                <c:pt idx="776">
                  <c:v>7.97936503199199</c:v>
                </c:pt>
                <c:pt idx="777">
                  <c:v>7.9896477188888797</c:v>
                </c:pt>
                <c:pt idx="778">
                  <c:v>7.9999304057857801</c:v>
                </c:pt>
                <c:pt idx="779">
                  <c:v>8.0102130926826796</c:v>
                </c:pt>
                <c:pt idx="780">
                  <c:v>8.0204957795795799</c:v>
                </c:pt>
                <c:pt idx="781">
                  <c:v>8.0307784664764696</c:v>
                </c:pt>
                <c:pt idx="782">
                  <c:v>8.04106115337337</c:v>
                </c:pt>
                <c:pt idx="783">
                  <c:v>8.0513438402702704</c:v>
                </c:pt>
                <c:pt idx="784">
                  <c:v>8.0616265271671601</c:v>
                </c:pt>
                <c:pt idx="785">
                  <c:v>8.0719092140640605</c:v>
                </c:pt>
                <c:pt idx="786">
                  <c:v>8.0821919009609609</c:v>
                </c:pt>
                <c:pt idx="787">
                  <c:v>8.0924745878578506</c:v>
                </c:pt>
                <c:pt idx="788">
                  <c:v>8.1027572747547492</c:v>
                </c:pt>
                <c:pt idx="789">
                  <c:v>8.1130399616516495</c:v>
                </c:pt>
                <c:pt idx="790">
                  <c:v>8.1233226485485392</c:v>
                </c:pt>
                <c:pt idx="791">
                  <c:v>8.1336053354454396</c:v>
                </c:pt>
                <c:pt idx="792">
                  <c:v>8.14388802234234</c:v>
                </c:pt>
                <c:pt idx="793">
                  <c:v>8.1541707092392297</c:v>
                </c:pt>
                <c:pt idx="794">
                  <c:v>8.1644533961361301</c:v>
                </c:pt>
                <c:pt idx="795">
                  <c:v>8.1747360830330305</c:v>
                </c:pt>
                <c:pt idx="796">
                  <c:v>8.1850187699299202</c:v>
                </c:pt>
                <c:pt idx="797">
                  <c:v>8.1953014568268205</c:v>
                </c:pt>
                <c:pt idx="798">
                  <c:v>8.2055841437237191</c:v>
                </c:pt>
                <c:pt idx="799">
                  <c:v>8.2158668306206195</c:v>
                </c:pt>
                <c:pt idx="800">
                  <c:v>8.2261495175175092</c:v>
                </c:pt>
                <c:pt idx="801">
                  <c:v>8.2364322044144096</c:v>
                </c:pt>
                <c:pt idx="802">
                  <c:v>8.24671489131131</c:v>
                </c:pt>
                <c:pt idx="803">
                  <c:v>8.2569975782081997</c:v>
                </c:pt>
                <c:pt idx="804">
                  <c:v>8.2672802651051001</c:v>
                </c:pt>
                <c:pt idx="805">
                  <c:v>8.2775629520020004</c:v>
                </c:pt>
                <c:pt idx="806">
                  <c:v>8.2878456388988901</c:v>
                </c:pt>
                <c:pt idx="807">
                  <c:v>8.2981283257957905</c:v>
                </c:pt>
                <c:pt idx="808">
                  <c:v>8.3084110126926891</c:v>
                </c:pt>
                <c:pt idx="809">
                  <c:v>8.3186936995895895</c:v>
                </c:pt>
                <c:pt idx="810">
                  <c:v>8.3289763864864792</c:v>
                </c:pt>
                <c:pt idx="811">
                  <c:v>8.3392590733833796</c:v>
                </c:pt>
                <c:pt idx="812">
                  <c:v>8.3495417602802799</c:v>
                </c:pt>
                <c:pt idx="813">
                  <c:v>8.3598244471771697</c:v>
                </c:pt>
                <c:pt idx="814">
                  <c:v>8.37010713407407</c:v>
                </c:pt>
                <c:pt idx="815">
                  <c:v>8.3803898209709704</c:v>
                </c:pt>
                <c:pt idx="816">
                  <c:v>8.3906725078678601</c:v>
                </c:pt>
                <c:pt idx="817">
                  <c:v>8.4009551947647605</c:v>
                </c:pt>
                <c:pt idx="818">
                  <c:v>8.4112378816616609</c:v>
                </c:pt>
                <c:pt idx="819">
                  <c:v>8.4215205685585506</c:v>
                </c:pt>
                <c:pt idx="820">
                  <c:v>8.4318032554554492</c:v>
                </c:pt>
                <c:pt idx="821">
                  <c:v>8.4420859423523495</c:v>
                </c:pt>
                <c:pt idx="822">
                  <c:v>8.4523686292492393</c:v>
                </c:pt>
                <c:pt idx="823">
                  <c:v>8.4626513161461396</c:v>
                </c:pt>
                <c:pt idx="824">
                  <c:v>8.47293400304304</c:v>
                </c:pt>
                <c:pt idx="825">
                  <c:v>8.4832166899399297</c:v>
                </c:pt>
                <c:pt idx="826">
                  <c:v>8.4934993768368301</c:v>
                </c:pt>
                <c:pt idx="827">
                  <c:v>8.5037820637337305</c:v>
                </c:pt>
                <c:pt idx="828">
                  <c:v>8.5140647506306308</c:v>
                </c:pt>
                <c:pt idx="829">
                  <c:v>8.5243474375275206</c:v>
                </c:pt>
                <c:pt idx="830">
                  <c:v>8.5346301244244192</c:v>
                </c:pt>
                <c:pt idx="831">
                  <c:v>8.5449128113213195</c:v>
                </c:pt>
                <c:pt idx="832">
                  <c:v>8.5551954982182092</c:v>
                </c:pt>
                <c:pt idx="833">
                  <c:v>8.5654781851151096</c:v>
                </c:pt>
                <c:pt idx="834">
                  <c:v>8.57576087201201</c:v>
                </c:pt>
                <c:pt idx="835">
                  <c:v>8.5860435589088997</c:v>
                </c:pt>
                <c:pt idx="836">
                  <c:v>8.5963262458058001</c:v>
                </c:pt>
                <c:pt idx="837">
                  <c:v>8.6066089327027004</c:v>
                </c:pt>
                <c:pt idx="838">
                  <c:v>8.6168916195995902</c:v>
                </c:pt>
                <c:pt idx="839">
                  <c:v>8.6271743064964905</c:v>
                </c:pt>
                <c:pt idx="840">
                  <c:v>8.6374569933933891</c:v>
                </c:pt>
                <c:pt idx="841">
                  <c:v>8.6477396802902895</c:v>
                </c:pt>
                <c:pt idx="842">
                  <c:v>8.6580223671871792</c:v>
                </c:pt>
                <c:pt idx="843">
                  <c:v>8.6683050540840796</c:v>
                </c:pt>
                <c:pt idx="844">
                  <c:v>8.67858774098098</c:v>
                </c:pt>
                <c:pt idx="845">
                  <c:v>8.6888704278778697</c:v>
                </c:pt>
                <c:pt idx="846">
                  <c:v>8.69915311477477</c:v>
                </c:pt>
                <c:pt idx="847">
                  <c:v>8.7094358016716704</c:v>
                </c:pt>
                <c:pt idx="848">
                  <c:v>8.7197184885685601</c:v>
                </c:pt>
                <c:pt idx="849">
                  <c:v>8.7300011754654605</c:v>
                </c:pt>
                <c:pt idx="850">
                  <c:v>8.7402838623623609</c:v>
                </c:pt>
                <c:pt idx="851">
                  <c:v>8.7505665492592595</c:v>
                </c:pt>
                <c:pt idx="852">
                  <c:v>8.7608492361561492</c:v>
                </c:pt>
                <c:pt idx="853">
                  <c:v>8.7711319230530496</c:v>
                </c:pt>
                <c:pt idx="854">
                  <c:v>8.7814146099499499</c:v>
                </c:pt>
                <c:pt idx="855">
                  <c:v>8.7916972968468396</c:v>
                </c:pt>
                <c:pt idx="856">
                  <c:v>8.80197998374374</c:v>
                </c:pt>
                <c:pt idx="857">
                  <c:v>8.8122626706406404</c:v>
                </c:pt>
                <c:pt idx="858">
                  <c:v>8.8225453575375301</c:v>
                </c:pt>
                <c:pt idx="859">
                  <c:v>8.8328280444344305</c:v>
                </c:pt>
                <c:pt idx="860">
                  <c:v>8.8431107313313309</c:v>
                </c:pt>
                <c:pt idx="861">
                  <c:v>8.8533934182282206</c:v>
                </c:pt>
                <c:pt idx="862">
                  <c:v>8.8636761051251192</c:v>
                </c:pt>
                <c:pt idx="863">
                  <c:v>8.8739587920220195</c:v>
                </c:pt>
                <c:pt idx="864">
                  <c:v>8.8842414789189093</c:v>
                </c:pt>
                <c:pt idx="865">
                  <c:v>8.8945241658158096</c:v>
                </c:pt>
                <c:pt idx="866">
                  <c:v>8.90480685271271</c:v>
                </c:pt>
                <c:pt idx="867">
                  <c:v>8.9150895396095997</c:v>
                </c:pt>
                <c:pt idx="868">
                  <c:v>8.9253722265065001</c:v>
                </c:pt>
                <c:pt idx="869">
                  <c:v>8.9356549134034005</c:v>
                </c:pt>
                <c:pt idx="870">
                  <c:v>8.9459376003002902</c:v>
                </c:pt>
                <c:pt idx="871">
                  <c:v>8.9562202871971905</c:v>
                </c:pt>
                <c:pt idx="872">
                  <c:v>8.9665029740940891</c:v>
                </c:pt>
                <c:pt idx="873">
                  <c:v>8.9767856609909895</c:v>
                </c:pt>
                <c:pt idx="874">
                  <c:v>8.9870683478878792</c:v>
                </c:pt>
                <c:pt idx="875">
                  <c:v>8.9973510347847796</c:v>
                </c:pt>
                <c:pt idx="876">
                  <c:v>9.00763372168168</c:v>
                </c:pt>
                <c:pt idx="877">
                  <c:v>9.0179164085785697</c:v>
                </c:pt>
                <c:pt idx="878">
                  <c:v>9.0281990954754701</c:v>
                </c:pt>
                <c:pt idx="879">
                  <c:v>9.0384817823723704</c:v>
                </c:pt>
                <c:pt idx="880">
                  <c:v>9.0487644692692601</c:v>
                </c:pt>
                <c:pt idx="881">
                  <c:v>9.0590471561661605</c:v>
                </c:pt>
                <c:pt idx="882">
                  <c:v>9.0693298430630591</c:v>
                </c:pt>
                <c:pt idx="883">
                  <c:v>9.0796125299599595</c:v>
                </c:pt>
                <c:pt idx="884">
                  <c:v>9.0898952168568492</c:v>
                </c:pt>
                <c:pt idx="885">
                  <c:v>9.1001779037537496</c:v>
                </c:pt>
                <c:pt idx="886">
                  <c:v>9.1104605906506499</c:v>
                </c:pt>
                <c:pt idx="887">
                  <c:v>9.1207432775475397</c:v>
                </c:pt>
                <c:pt idx="888">
                  <c:v>9.13102596444444</c:v>
                </c:pt>
                <c:pt idx="889">
                  <c:v>9.1413086513413404</c:v>
                </c:pt>
                <c:pt idx="890">
                  <c:v>9.1515913382382301</c:v>
                </c:pt>
                <c:pt idx="891">
                  <c:v>9.1618740251351305</c:v>
                </c:pt>
                <c:pt idx="892">
                  <c:v>9.1721567120320309</c:v>
                </c:pt>
                <c:pt idx="893">
                  <c:v>9.1824393989289206</c:v>
                </c:pt>
                <c:pt idx="894">
                  <c:v>9.1927220858258192</c:v>
                </c:pt>
                <c:pt idx="895">
                  <c:v>9.2030047727227196</c:v>
                </c:pt>
                <c:pt idx="896">
                  <c:v>9.2132874596196093</c:v>
                </c:pt>
                <c:pt idx="897">
                  <c:v>9.2235701465165096</c:v>
                </c:pt>
                <c:pt idx="898">
                  <c:v>9.23385283341341</c:v>
                </c:pt>
                <c:pt idx="899">
                  <c:v>9.2441355203103104</c:v>
                </c:pt>
                <c:pt idx="900">
                  <c:v>9.2544182072072001</c:v>
                </c:pt>
                <c:pt idx="901">
                  <c:v>9.2647008941041005</c:v>
                </c:pt>
                <c:pt idx="902">
                  <c:v>9.2749835810010008</c:v>
                </c:pt>
                <c:pt idx="903">
                  <c:v>9.2852662678978906</c:v>
                </c:pt>
                <c:pt idx="904">
                  <c:v>9.2955489547947892</c:v>
                </c:pt>
                <c:pt idx="905">
                  <c:v>9.3058316416916895</c:v>
                </c:pt>
                <c:pt idx="906">
                  <c:v>9.3161143285885792</c:v>
                </c:pt>
                <c:pt idx="907">
                  <c:v>9.3263970154854796</c:v>
                </c:pt>
                <c:pt idx="908">
                  <c:v>9.33667970238238</c:v>
                </c:pt>
                <c:pt idx="909">
                  <c:v>9.3469623892792697</c:v>
                </c:pt>
                <c:pt idx="910">
                  <c:v>9.3572450761761701</c:v>
                </c:pt>
                <c:pt idx="911">
                  <c:v>9.3675277630730704</c:v>
                </c:pt>
                <c:pt idx="912">
                  <c:v>9.3778104499699602</c:v>
                </c:pt>
                <c:pt idx="913">
                  <c:v>9.3880931368668605</c:v>
                </c:pt>
                <c:pt idx="914">
                  <c:v>9.3983758237637591</c:v>
                </c:pt>
                <c:pt idx="915">
                  <c:v>9.4086585106606595</c:v>
                </c:pt>
                <c:pt idx="916">
                  <c:v>9.4189411975575492</c:v>
                </c:pt>
                <c:pt idx="917">
                  <c:v>9.4292238844544496</c:v>
                </c:pt>
                <c:pt idx="918">
                  <c:v>9.43950657135135</c:v>
                </c:pt>
                <c:pt idx="919">
                  <c:v>9.4497892582482397</c:v>
                </c:pt>
                <c:pt idx="920">
                  <c:v>9.46007194514514</c:v>
                </c:pt>
                <c:pt idx="921">
                  <c:v>9.4703546320420404</c:v>
                </c:pt>
                <c:pt idx="922">
                  <c:v>9.4806373189389301</c:v>
                </c:pt>
                <c:pt idx="923">
                  <c:v>9.4909200058358305</c:v>
                </c:pt>
                <c:pt idx="924">
                  <c:v>9.5012026927327309</c:v>
                </c:pt>
                <c:pt idx="925">
                  <c:v>9.5114853796296295</c:v>
                </c:pt>
                <c:pt idx="926">
                  <c:v>9.5217680665265192</c:v>
                </c:pt>
                <c:pt idx="927">
                  <c:v>9.5320507534234196</c:v>
                </c:pt>
                <c:pt idx="928">
                  <c:v>9.5423334403203199</c:v>
                </c:pt>
                <c:pt idx="929">
                  <c:v>9.5526161272172097</c:v>
                </c:pt>
                <c:pt idx="930">
                  <c:v>9.56289881411411</c:v>
                </c:pt>
                <c:pt idx="931">
                  <c:v>9.5731815010110104</c:v>
                </c:pt>
                <c:pt idx="932">
                  <c:v>9.5834641879079001</c:v>
                </c:pt>
                <c:pt idx="933">
                  <c:v>9.5937468748048005</c:v>
                </c:pt>
                <c:pt idx="934">
                  <c:v>9.6040295617017009</c:v>
                </c:pt>
                <c:pt idx="935">
                  <c:v>9.6143122485985906</c:v>
                </c:pt>
                <c:pt idx="936">
                  <c:v>9.6245949354954892</c:v>
                </c:pt>
                <c:pt idx="937">
                  <c:v>9.6348776223923895</c:v>
                </c:pt>
                <c:pt idx="938">
                  <c:v>9.6451603092892793</c:v>
                </c:pt>
                <c:pt idx="939">
                  <c:v>9.6554429961861796</c:v>
                </c:pt>
                <c:pt idx="940">
                  <c:v>9.66572568308308</c:v>
                </c:pt>
                <c:pt idx="941">
                  <c:v>9.6760083699799697</c:v>
                </c:pt>
                <c:pt idx="942">
                  <c:v>9.6862910568768701</c:v>
                </c:pt>
                <c:pt idx="943">
                  <c:v>9.6965737437737705</c:v>
                </c:pt>
                <c:pt idx="944">
                  <c:v>9.7068564306706708</c:v>
                </c:pt>
                <c:pt idx="945">
                  <c:v>9.7171391175675605</c:v>
                </c:pt>
                <c:pt idx="946">
                  <c:v>9.7274218044644591</c:v>
                </c:pt>
                <c:pt idx="947">
                  <c:v>9.7377044913613595</c:v>
                </c:pt>
                <c:pt idx="948">
                  <c:v>9.7479871782582492</c:v>
                </c:pt>
                <c:pt idx="949">
                  <c:v>9.7582698651551496</c:v>
                </c:pt>
                <c:pt idx="950">
                  <c:v>9.76855255205205</c:v>
                </c:pt>
                <c:pt idx="951">
                  <c:v>9.7788352389489397</c:v>
                </c:pt>
                <c:pt idx="952">
                  <c:v>9.7891179258458401</c:v>
                </c:pt>
                <c:pt idx="953">
                  <c:v>9.7994006127427404</c:v>
                </c:pt>
                <c:pt idx="954">
                  <c:v>9.8096832996396301</c:v>
                </c:pt>
                <c:pt idx="955">
                  <c:v>9.8199659865365305</c:v>
                </c:pt>
                <c:pt idx="956">
                  <c:v>9.8302486734334291</c:v>
                </c:pt>
                <c:pt idx="957">
                  <c:v>9.8405313603303295</c:v>
                </c:pt>
                <c:pt idx="958">
                  <c:v>9.8508140472272192</c:v>
                </c:pt>
                <c:pt idx="959">
                  <c:v>9.8610967341241196</c:v>
                </c:pt>
                <c:pt idx="960">
                  <c:v>9.87137942102102</c:v>
                </c:pt>
                <c:pt idx="961">
                  <c:v>9.8816621079179097</c:v>
                </c:pt>
                <c:pt idx="962">
                  <c:v>9.89194479481481</c:v>
                </c:pt>
                <c:pt idx="963">
                  <c:v>9.9022274817117104</c:v>
                </c:pt>
                <c:pt idx="964">
                  <c:v>9.9125101686086001</c:v>
                </c:pt>
                <c:pt idx="965">
                  <c:v>9.9227928555055005</c:v>
                </c:pt>
                <c:pt idx="966">
                  <c:v>9.9330755424024009</c:v>
                </c:pt>
                <c:pt idx="967">
                  <c:v>9.9433582292992995</c:v>
                </c:pt>
                <c:pt idx="968">
                  <c:v>9.9536409161961892</c:v>
                </c:pt>
                <c:pt idx="969">
                  <c:v>9.9639236030930896</c:v>
                </c:pt>
                <c:pt idx="970">
                  <c:v>9.9742062899899899</c:v>
                </c:pt>
                <c:pt idx="971">
                  <c:v>9.9844889768868796</c:v>
                </c:pt>
                <c:pt idx="972">
                  <c:v>9.99477166378378</c:v>
                </c:pt>
                <c:pt idx="973">
                  <c:v>10.0050543506806</c:v>
                </c:pt>
                <c:pt idx="974">
                  <c:v>10.015337037577501</c:v>
                </c:pt>
                <c:pt idx="975">
                  <c:v>10.025619724474399</c:v>
                </c:pt>
                <c:pt idx="976">
                  <c:v>10.0359024113713</c:v>
                </c:pt>
                <c:pt idx="977">
                  <c:v>10.0461850982682</c:v>
                </c:pt>
                <c:pt idx="978">
                  <c:v>10.056467785165101</c:v>
                </c:pt>
                <c:pt idx="979">
                  <c:v>10.066750472061999</c:v>
                </c:pt>
                <c:pt idx="980">
                  <c:v>10.0770331589589</c:v>
                </c:pt>
                <c:pt idx="981">
                  <c:v>10.0873158458558</c:v>
                </c:pt>
                <c:pt idx="982">
                  <c:v>10.0975985327527</c:v>
                </c:pt>
                <c:pt idx="983">
                  <c:v>10.107881219649601</c:v>
                </c:pt>
                <c:pt idx="984">
                  <c:v>10.118163906546499</c:v>
                </c:pt>
                <c:pt idx="985">
                  <c:v>10.1284465934434</c:v>
                </c:pt>
                <c:pt idx="986">
                  <c:v>10.1387292803403</c:v>
                </c:pt>
                <c:pt idx="987">
                  <c:v>10.1490119672372</c:v>
                </c:pt>
                <c:pt idx="988">
                  <c:v>10.159294654134101</c:v>
                </c:pt>
                <c:pt idx="989">
                  <c:v>10.169577341030999</c:v>
                </c:pt>
                <c:pt idx="990">
                  <c:v>10.1798600279279</c:v>
                </c:pt>
                <c:pt idx="991">
                  <c:v>10.1901427148248</c:v>
                </c:pt>
                <c:pt idx="992">
                  <c:v>10.2004254017217</c:v>
                </c:pt>
                <c:pt idx="993">
                  <c:v>10.210708088618601</c:v>
                </c:pt>
                <c:pt idx="994">
                  <c:v>10.220990775515499</c:v>
                </c:pt>
                <c:pt idx="995">
                  <c:v>10.2312734624124</c:v>
                </c:pt>
                <c:pt idx="996">
                  <c:v>10.2415561493093</c:v>
                </c:pt>
                <c:pt idx="997">
                  <c:v>10.251838836206201</c:v>
                </c:pt>
                <c:pt idx="998">
                  <c:v>10.262121523103101</c:v>
                </c:pt>
                <c:pt idx="999">
                  <c:v>10.272404209999999</c:v>
                </c:pt>
              </c:numCache>
            </c:numRef>
          </c:xVal>
          <c:yVal>
            <c:numRef>
              <c:f>'1.0LiF_plot_data'!$B$2:$B$1001</c:f>
              <c:numCache>
                <c:formatCode>General</c:formatCode>
                <c:ptCount val="10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1.8700996892958999E-2</c:v>
                </c:pt>
                <c:pt idx="148">
                  <c:v>2.8763997731168001E-2</c:v>
                </c:pt>
                <c:pt idx="149">
                  <c:v>3.8826998569376998E-2</c:v>
                </c:pt>
                <c:pt idx="150">
                  <c:v>4.8889999407586197E-2</c:v>
                </c:pt>
                <c:pt idx="151">
                  <c:v>5.8953000245795202E-2</c:v>
                </c:pt>
                <c:pt idx="152">
                  <c:v>7.2081183224565498E-2</c:v>
                </c:pt>
                <c:pt idx="153">
                  <c:v>0.10304426302003999</c:v>
                </c:pt>
                <c:pt idx="154">
                  <c:v>0.13118822978311101</c:v>
                </c:pt>
                <c:pt idx="155">
                  <c:v>0.156345731978971</c:v>
                </c:pt>
                <c:pt idx="156">
                  <c:v>0.181503234174831</c:v>
                </c:pt>
                <c:pt idx="157">
                  <c:v>0.21292336069291601</c:v>
                </c:pt>
                <c:pt idx="158">
                  <c:v>0.27639767404286297</c:v>
                </c:pt>
                <c:pt idx="159">
                  <c:v>0.33397406258043499</c:v>
                </c:pt>
                <c:pt idx="160">
                  <c:v>0.38570820710894899</c:v>
                </c:pt>
                <c:pt idx="161">
                  <c:v>0.43744235163746398</c:v>
                </c:pt>
                <c:pt idx="162">
                  <c:v>0.48917649616597902</c:v>
                </c:pt>
                <c:pt idx="163">
                  <c:v>0.54091064069449302</c:v>
                </c:pt>
                <c:pt idx="164">
                  <c:v>0.59585971740731303</c:v>
                </c:pt>
                <c:pt idx="165">
                  <c:v>0.65378647898482001</c:v>
                </c:pt>
                <c:pt idx="166">
                  <c:v>0.71171324056232599</c:v>
                </c:pt>
                <c:pt idx="167">
                  <c:v>0.76964000213983097</c:v>
                </c:pt>
                <c:pt idx="168">
                  <c:v>0.82756676371733795</c:v>
                </c:pt>
                <c:pt idx="169">
                  <c:v>0.879754644507452</c:v>
                </c:pt>
                <c:pt idx="170">
                  <c:v>0.92697334097982498</c:v>
                </c:pt>
                <c:pt idx="171">
                  <c:v>0.97419203745219995</c:v>
                </c:pt>
                <c:pt idx="172">
                  <c:v>1.0214107339245699</c:v>
                </c:pt>
                <c:pt idx="173">
                  <c:v>1.0686294303969399</c:v>
                </c:pt>
                <c:pt idx="174">
                  <c:v>1.10486661146954</c:v>
                </c:pt>
                <c:pt idx="175">
                  <c:v>1.1322173318251001</c:v>
                </c:pt>
                <c:pt idx="176">
                  <c:v>1.1595680521806699</c:v>
                </c:pt>
                <c:pt idx="177">
                  <c:v>1.18691877253623</c:v>
                </c:pt>
                <c:pt idx="178">
                  <c:v>1.2142694928918001</c:v>
                </c:pt>
                <c:pt idx="179">
                  <c:v>1.2282479559111501</c:v>
                </c:pt>
                <c:pt idx="180">
                  <c:v>1.2321183408705401</c:v>
                </c:pt>
                <c:pt idx="181">
                  <c:v>1.23598872582992</c:v>
                </c:pt>
                <c:pt idx="182">
                  <c:v>1.23985911078931</c:v>
                </c:pt>
                <c:pt idx="183">
                  <c:v>1.2370919635140201</c:v>
                </c:pt>
                <c:pt idx="184">
                  <c:v>1.2250384788987001</c:v>
                </c:pt>
                <c:pt idx="185">
                  <c:v>1.2129849942833899</c:v>
                </c:pt>
                <c:pt idx="186">
                  <c:v>1.2009315096680699</c:v>
                </c:pt>
                <c:pt idx="187">
                  <c:v>1.18887802505276</c:v>
                </c:pt>
                <c:pt idx="188">
                  <c:v>1.17682454043744</c:v>
                </c:pt>
                <c:pt idx="189">
                  <c:v>1.15725734083197</c:v>
                </c:pt>
                <c:pt idx="190">
                  <c:v>1.13274490276926</c:v>
                </c:pt>
                <c:pt idx="191">
                  <c:v>1.10823246470654</c:v>
                </c:pt>
                <c:pt idx="192">
                  <c:v>1.0837200266438201</c:v>
                </c:pt>
                <c:pt idx="193">
                  <c:v>1.0592075885811001</c:v>
                </c:pt>
                <c:pt idx="194">
                  <c:v>1.03373550915446</c:v>
                </c:pt>
                <c:pt idx="195">
                  <c:v>1.0076749176406601</c:v>
                </c:pt>
                <c:pt idx="196">
                  <c:v>0.98161432612686605</c:v>
                </c:pt>
                <c:pt idx="197">
                  <c:v>0.95555373461306503</c:v>
                </c:pt>
                <c:pt idx="198">
                  <c:v>0.92949314309926401</c:v>
                </c:pt>
                <c:pt idx="199">
                  <c:v>0.89489045634270203</c:v>
                </c:pt>
                <c:pt idx="200">
                  <c:v>0.855412529869365</c:v>
                </c:pt>
                <c:pt idx="201">
                  <c:v>0.82877248708764895</c:v>
                </c:pt>
                <c:pt idx="202">
                  <c:v>0.80245386937186702</c:v>
                </c:pt>
                <c:pt idx="203">
                  <c:v>0.77613525165608499</c:v>
                </c:pt>
                <c:pt idx="204">
                  <c:v>0.74981663394030296</c:v>
                </c:pt>
                <c:pt idx="205">
                  <c:v>0.72349801622452103</c:v>
                </c:pt>
                <c:pt idx="206">
                  <c:v>0.70076415467938402</c:v>
                </c:pt>
                <c:pt idx="207">
                  <c:v>0.67805789626972801</c:v>
                </c:pt>
                <c:pt idx="208">
                  <c:v>0.655351637860073</c:v>
                </c:pt>
                <c:pt idx="209">
                  <c:v>0.63264537945041799</c:v>
                </c:pt>
                <c:pt idx="210">
                  <c:v>0.60997686739704404</c:v>
                </c:pt>
                <c:pt idx="211">
                  <c:v>0.59139901961340702</c:v>
                </c:pt>
                <c:pt idx="212">
                  <c:v>0.57282117182977099</c:v>
                </c:pt>
                <c:pt idx="213">
                  <c:v>0.55424332404613397</c:v>
                </c:pt>
                <c:pt idx="214">
                  <c:v>0.53566547626249705</c:v>
                </c:pt>
                <c:pt idx="215">
                  <c:v>0.51715452794842598</c:v>
                </c:pt>
                <c:pt idx="216">
                  <c:v>0.501156936764243</c:v>
                </c:pt>
                <c:pt idx="217">
                  <c:v>0.48515934558006102</c:v>
                </c:pt>
                <c:pt idx="218">
                  <c:v>0.46916175439587898</c:v>
                </c:pt>
                <c:pt idx="219">
                  <c:v>0.453164163211696</c:v>
                </c:pt>
                <c:pt idx="220">
                  <c:v>0.437276779497208</c:v>
                </c:pt>
                <c:pt idx="221">
                  <c:v>0.423859444979371</c:v>
                </c:pt>
                <c:pt idx="222">
                  <c:v>0.410442110461535</c:v>
                </c:pt>
                <c:pt idx="223">
                  <c:v>0.39702477594369801</c:v>
                </c:pt>
                <c:pt idx="224">
                  <c:v>0.38360744142586201</c:v>
                </c:pt>
                <c:pt idx="225">
                  <c:v>0.370405028573142</c:v>
                </c:pt>
                <c:pt idx="226">
                  <c:v>0.36060005355278402</c:v>
                </c:pt>
                <c:pt idx="227">
                  <c:v>0.35079507853242498</c:v>
                </c:pt>
                <c:pt idx="228">
                  <c:v>0.34099010351206699</c:v>
                </c:pt>
                <c:pt idx="229">
                  <c:v>0.331185128491709</c:v>
                </c:pt>
                <c:pt idx="230">
                  <c:v>0.321629462860058</c:v>
                </c:pt>
                <c:pt idx="231">
                  <c:v>0.31509281271891798</c:v>
                </c:pt>
                <c:pt idx="232">
                  <c:v>0.30855616257777901</c:v>
                </c:pt>
                <c:pt idx="233">
                  <c:v>0.30201951243663899</c:v>
                </c:pt>
                <c:pt idx="234">
                  <c:v>0.29548286229550003</c:v>
                </c:pt>
                <c:pt idx="235">
                  <c:v>0.288946212154361</c:v>
                </c:pt>
                <c:pt idx="236">
                  <c:v>0.28240956201322098</c:v>
                </c:pt>
                <c:pt idx="237">
                  <c:v>0.27587291187208102</c:v>
                </c:pt>
                <c:pt idx="238">
                  <c:v>0.26933626173094199</c:v>
                </c:pt>
                <c:pt idx="239">
                  <c:v>0.26279961158980197</c:v>
                </c:pt>
                <c:pt idx="240">
                  <c:v>0.25626296144866301</c:v>
                </c:pt>
                <c:pt idx="241">
                  <c:v>0.24972631130752401</c:v>
                </c:pt>
                <c:pt idx="242">
                  <c:v>0.24318966116638399</c:v>
                </c:pt>
                <c:pt idx="243">
                  <c:v>0.236653011025244</c:v>
                </c:pt>
                <c:pt idx="244">
                  <c:v>0.230116360884105</c:v>
                </c:pt>
                <c:pt idx="245">
                  <c:v>0.22395935987725099</c:v>
                </c:pt>
                <c:pt idx="246">
                  <c:v>0.22042072219780601</c:v>
                </c:pt>
                <c:pt idx="247">
                  <c:v>0.21688208451836199</c:v>
                </c:pt>
                <c:pt idx="248">
                  <c:v>0.21334344683891801</c:v>
                </c:pt>
                <c:pt idx="249">
                  <c:v>0.209804809159474</c:v>
                </c:pt>
                <c:pt idx="250">
                  <c:v>0.20626617148002899</c:v>
                </c:pt>
                <c:pt idx="251">
                  <c:v>0.202727533800585</c:v>
                </c:pt>
                <c:pt idx="252">
                  <c:v>0.19918889612114099</c:v>
                </c:pt>
                <c:pt idx="253">
                  <c:v>0.19565025844169701</c:v>
                </c:pt>
                <c:pt idx="254">
                  <c:v>0.19211162076225199</c:v>
                </c:pt>
                <c:pt idx="255">
                  <c:v>0.18857298308280801</c:v>
                </c:pt>
                <c:pt idx="256">
                  <c:v>0.185034345403364</c:v>
                </c:pt>
                <c:pt idx="257">
                  <c:v>0.18248921882313299</c:v>
                </c:pt>
                <c:pt idx="258">
                  <c:v>0.18094106485123401</c:v>
                </c:pt>
                <c:pt idx="259">
                  <c:v>0.17939291087933501</c:v>
                </c:pt>
                <c:pt idx="260">
                  <c:v>0.17784475690743701</c:v>
                </c:pt>
                <c:pt idx="261">
                  <c:v>0.176296602935538</c:v>
                </c:pt>
                <c:pt idx="262">
                  <c:v>0.174748448963639</c:v>
                </c:pt>
                <c:pt idx="263">
                  <c:v>0.173200294991741</c:v>
                </c:pt>
                <c:pt idx="264">
                  <c:v>0.171652141019842</c:v>
                </c:pt>
                <c:pt idx="265">
                  <c:v>0.17010398704794299</c:v>
                </c:pt>
                <c:pt idx="266">
                  <c:v>0.16855583307604499</c:v>
                </c:pt>
                <c:pt idx="267">
                  <c:v>0.16700767910414599</c:v>
                </c:pt>
                <c:pt idx="268">
                  <c:v>0.16545952513224799</c:v>
                </c:pt>
                <c:pt idx="269">
                  <c:v>0.16391137116034901</c:v>
                </c:pt>
                <c:pt idx="270">
                  <c:v>0.16236321718845001</c:v>
                </c:pt>
                <c:pt idx="271">
                  <c:v>0.16081506321655201</c:v>
                </c:pt>
                <c:pt idx="272">
                  <c:v>0.160117594333333</c:v>
                </c:pt>
                <c:pt idx="273">
                  <c:v>0.160117594333333</c:v>
                </c:pt>
                <c:pt idx="274">
                  <c:v>0.160117594333333</c:v>
                </c:pt>
                <c:pt idx="275">
                  <c:v>0.160117594333333</c:v>
                </c:pt>
                <c:pt idx="276">
                  <c:v>0.160117594333333</c:v>
                </c:pt>
                <c:pt idx="277">
                  <c:v>0.160117594333333</c:v>
                </c:pt>
                <c:pt idx="278">
                  <c:v>0.160117594333333</c:v>
                </c:pt>
                <c:pt idx="279">
                  <c:v>0.160117594333333</c:v>
                </c:pt>
                <c:pt idx="280">
                  <c:v>0.160117594333333</c:v>
                </c:pt>
                <c:pt idx="281">
                  <c:v>0.160117594333333</c:v>
                </c:pt>
                <c:pt idx="282">
                  <c:v>0.160117594333333</c:v>
                </c:pt>
                <c:pt idx="283">
                  <c:v>0.160117594333333</c:v>
                </c:pt>
                <c:pt idx="284">
                  <c:v>0.160117594333333</c:v>
                </c:pt>
                <c:pt idx="285">
                  <c:v>0.160117594333333</c:v>
                </c:pt>
                <c:pt idx="286">
                  <c:v>0.160117594333333</c:v>
                </c:pt>
                <c:pt idx="287">
                  <c:v>0.160117594333333</c:v>
                </c:pt>
                <c:pt idx="288">
                  <c:v>0.160117594333333</c:v>
                </c:pt>
                <c:pt idx="289">
                  <c:v>0.160117594333333</c:v>
                </c:pt>
                <c:pt idx="290">
                  <c:v>0.160117594333333</c:v>
                </c:pt>
                <c:pt idx="291">
                  <c:v>0.160117594333333</c:v>
                </c:pt>
                <c:pt idx="292">
                  <c:v>0.160117594333333</c:v>
                </c:pt>
                <c:pt idx="293">
                  <c:v>0.160117594333333</c:v>
                </c:pt>
                <c:pt idx="294">
                  <c:v>0.160117594333333</c:v>
                </c:pt>
                <c:pt idx="295">
                  <c:v>0.160117594333333</c:v>
                </c:pt>
                <c:pt idx="296">
                  <c:v>0.160117594333333</c:v>
                </c:pt>
                <c:pt idx="297">
                  <c:v>0.160117594333333</c:v>
                </c:pt>
                <c:pt idx="298">
                  <c:v>0.160117594333333</c:v>
                </c:pt>
                <c:pt idx="299">
                  <c:v>0.161984193437156</c:v>
                </c:pt>
                <c:pt idx="300">
                  <c:v>0.16390390436673499</c:v>
                </c:pt>
                <c:pt idx="301">
                  <c:v>0.16582361529631401</c:v>
                </c:pt>
                <c:pt idx="302">
                  <c:v>0.167743326225893</c:v>
                </c:pt>
                <c:pt idx="303">
                  <c:v>0.16966303715547201</c:v>
                </c:pt>
                <c:pt idx="304">
                  <c:v>0.171582748085052</c:v>
                </c:pt>
                <c:pt idx="305">
                  <c:v>0.17350245901463099</c:v>
                </c:pt>
                <c:pt idx="306">
                  <c:v>0.17542216994421</c:v>
                </c:pt>
                <c:pt idx="307">
                  <c:v>0.17734188087378899</c:v>
                </c:pt>
                <c:pt idx="308">
                  <c:v>0.17926159180336801</c:v>
                </c:pt>
                <c:pt idx="309">
                  <c:v>0.181181302732948</c:v>
                </c:pt>
                <c:pt idx="310">
                  <c:v>0.18310101366252701</c:v>
                </c:pt>
                <c:pt idx="311">
                  <c:v>0.185020724592106</c:v>
                </c:pt>
                <c:pt idx="312">
                  <c:v>0.18694043552168499</c:v>
                </c:pt>
                <c:pt idx="313">
                  <c:v>0.188860146451264</c:v>
                </c:pt>
                <c:pt idx="314">
                  <c:v>0.19077985738084399</c:v>
                </c:pt>
                <c:pt idx="315">
                  <c:v>0.19269956831042301</c:v>
                </c:pt>
                <c:pt idx="316">
                  <c:v>0.194619279240002</c:v>
                </c:pt>
                <c:pt idx="317">
                  <c:v>0.19653899016958101</c:v>
                </c:pt>
                <c:pt idx="318">
                  <c:v>0.19845870109916</c:v>
                </c:pt>
                <c:pt idx="319">
                  <c:v>0.20037841202873999</c:v>
                </c:pt>
                <c:pt idx="320">
                  <c:v>0.202298122958319</c:v>
                </c:pt>
                <c:pt idx="321">
                  <c:v>0.20421783388789799</c:v>
                </c:pt>
                <c:pt idx="322">
                  <c:v>0.20613754481747701</c:v>
                </c:pt>
                <c:pt idx="323">
                  <c:v>0.208057255747056</c:v>
                </c:pt>
                <c:pt idx="324">
                  <c:v>0.20997696667663601</c:v>
                </c:pt>
                <c:pt idx="325">
                  <c:v>0.211896677606215</c:v>
                </c:pt>
                <c:pt idx="326">
                  <c:v>0.21381638853579399</c:v>
                </c:pt>
                <c:pt idx="327">
                  <c:v>0.215736099465373</c:v>
                </c:pt>
                <c:pt idx="328">
                  <c:v>0.21765581039495199</c:v>
                </c:pt>
                <c:pt idx="329">
                  <c:v>0.21957552132453201</c:v>
                </c:pt>
                <c:pt idx="330">
                  <c:v>0.221495232254111</c:v>
                </c:pt>
                <c:pt idx="331">
                  <c:v>0.22341494318369001</c:v>
                </c:pt>
                <c:pt idx="332">
                  <c:v>0.225334654113269</c:v>
                </c:pt>
                <c:pt idx="333">
                  <c:v>0.22725436504284799</c:v>
                </c:pt>
                <c:pt idx="334">
                  <c:v>0.229174075972427</c:v>
                </c:pt>
                <c:pt idx="335">
                  <c:v>0.23109378690200699</c:v>
                </c:pt>
                <c:pt idx="336">
                  <c:v>0.23301349783158601</c:v>
                </c:pt>
                <c:pt idx="337">
                  <c:v>0.234933208761165</c:v>
                </c:pt>
                <c:pt idx="338">
                  <c:v>0.23685291969074401</c:v>
                </c:pt>
                <c:pt idx="339">
                  <c:v>0.238772630620323</c:v>
                </c:pt>
                <c:pt idx="340">
                  <c:v>0.24121655844030301</c:v>
                </c:pt>
                <c:pt idx="341">
                  <c:v>0.24431286642653899</c:v>
                </c:pt>
                <c:pt idx="342">
                  <c:v>0.24740917441277599</c:v>
                </c:pt>
                <c:pt idx="343">
                  <c:v>0.25050548239901199</c:v>
                </c:pt>
                <c:pt idx="344">
                  <c:v>0.25360179038524899</c:v>
                </c:pt>
                <c:pt idx="345">
                  <c:v>0.256698098371485</c:v>
                </c:pt>
                <c:pt idx="346">
                  <c:v>0.259794406357722</c:v>
                </c:pt>
                <c:pt idx="347">
                  <c:v>0.262890714343959</c:v>
                </c:pt>
                <c:pt idx="348">
                  <c:v>0.265987022330195</c:v>
                </c:pt>
                <c:pt idx="349">
                  <c:v>0.269083330316432</c:v>
                </c:pt>
                <c:pt idx="350">
                  <c:v>0.27242688111528102</c:v>
                </c:pt>
                <c:pt idx="351">
                  <c:v>0.27603924028401999</c:v>
                </c:pt>
                <c:pt idx="352">
                  <c:v>0.27965159945275803</c:v>
                </c:pt>
                <c:pt idx="353">
                  <c:v>0.283263958621497</c:v>
                </c:pt>
                <c:pt idx="354">
                  <c:v>0.28687631779023498</c:v>
                </c:pt>
                <c:pt idx="355">
                  <c:v>0.29051194105512601</c:v>
                </c:pt>
                <c:pt idx="356">
                  <c:v>0.29417121409570701</c:v>
                </c:pt>
                <c:pt idx="357">
                  <c:v>0.29783048713628801</c:v>
                </c:pt>
                <c:pt idx="358">
                  <c:v>0.30148976017686901</c:v>
                </c:pt>
                <c:pt idx="359">
                  <c:v>0.30514903321745002</c:v>
                </c:pt>
                <c:pt idx="360">
                  <c:v>0.30880830625803002</c:v>
                </c:pt>
                <c:pt idx="361">
                  <c:v>0.31246757929861102</c:v>
                </c:pt>
                <c:pt idx="362">
                  <c:v>0.31612685233919202</c:v>
                </c:pt>
                <c:pt idx="363">
                  <c:v>0.31978612537977302</c:v>
                </c:pt>
                <c:pt idx="364">
                  <c:v>0.32344539842035402</c:v>
                </c:pt>
                <c:pt idx="365">
                  <c:v>0.32710467146093503</c:v>
                </c:pt>
                <c:pt idx="366">
                  <c:v>0.33076394450151603</c:v>
                </c:pt>
                <c:pt idx="367">
                  <c:v>0.33442321754209697</c:v>
                </c:pt>
                <c:pt idx="368">
                  <c:v>0.33808249058267797</c:v>
                </c:pt>
                <c:pt idx="369">
                  <c:v>0.34174176362325898</c:v>
                </c:pt>
                <c:pt idx="370">
                  <c:v>0.34540103666383998</c:v>
                </c:pt>
                <c:pt idx="371">
                  <c:v>0.34906030970442098</c:v>
                </c:pt>
                <c:pt idx="372">
                  <c:v>0.35271958274500098</c:v>
                </c:pt>
                <c:pt idx="373">
                  <c:v>0.35637885578558198</c:v>
                </c:pt>
                <c:pt idx="374">
                  <c:v>0.36003812882616298</c:v>
                </c:pt>
                <c:pt idx="375">
                  <c:v>0.36369740186674399</c:v>
                </c:pt>
                <c:pt idx="376">
                  <c:v>0.36735667490732499</c:v>
                </c:pt>
                <c:pt idx="377">
                  <c:v>0.37101594794790599</c:v>
                </c:pt>
                <c:pt idx="378">
                  <c:v>0.37467522098848699</c:v>
                </c:pt>
                <c:pt idx="379">
                  <c:v>0.37833449402906799</c:v>
                </c:pt>
                <c:pt idx="380">
                  <c:v>0.38199376706964899</c:v>
                </c:pt>
                <c:pt idx="381">
                  <c:v>0.38565304011022999</c:v>
                </c:pt>
                <c:pt idx="382">
                  <c:v>0.389312313150811</c:v>
                </c:pt>
                <c:pt idx="383">
                  <c:v>0.392971586191392</c:v>
                </c:pt>
                <c:pt idx="384">
                  <c:v>0.396630859231973</c:v>
                </c:pt>
                <c:pt idx="385">
                  <c:v>0.400290132272553</c:v>
                </c:pt>
                <c:pt idx="386">
                  <c:v>0.403949405313134</c:v>
                </c:pt>
                <c:pt idx="387">
                  <c:v>0.407608678353715</c:v>
                </c:pt>
                <c:pt idx="388">
                  <c:v>0.41126795139429601</c:v>
                </c:pt>
                <c:pt idx="389">
                  <c:v>0.41492722443487701</c:v>
                </c:pt>
                <c:pt idx="390">
                  <c:v>0.41858649747545801</c:v>
                </c:pt>
                <c:pt idx="391">
                  <c:v>0.42224577051603901</c:v>
                </c:pt>
                <c:pt idx="392">
                  <c:v>0.42315744783563197</c:v>
                </c:pt>
                <c:pt idx="393">
                  <c:v>0.42393152483165197</c:v>
                </c:pt>
                <c:pt idx="394">
                  <c:v>0.42470560182767098</c:v>
                </c:pt>
                <c:pt idx="395">
                  <c:v>0.42547967882369098</c:v>
                </c:pt>
                <c:pt idx="396">
                  <c:v>0.42625375581970998</c:v>
                </c:pt>
                <c:pt idx="397">
                  <c:v>0.42702783281572898</c:v>
                </c:pt>
                <c:pt idx="398">
                  <c:v>0.42780190981174898</c:v>
                </c:pt>
                <c:pt idx="399">
                  <c:v>0.42857598680776798</c:v>
                </c:pt>
                <c:pt idx="400">
                  <c:v>0.42935006380378798</c:v>
                </c:pt>
                <c:pt idx="401">
                  <c:v>0.43012414079980699</c:v>
                </c:pt>
                <c:pt idx="402">
                  <c:v>0.43089821779582599</c:v>
                </c:pt>
                <c:pt idx="403">
                  <c:v>0.43167229479184599</c:v>
                </c:pt>
                <c:pt idx="404">
                  <c:v>0.43244637178786499</c:v>
                </c:pt>
                <c:pt idx="405">
                  <c:v>0.43322044878388399</c:v>
                </c:pt>
                <c:pt idx="406">
                  <c:v>0.43399452577990399</c:v>
                </c:pt>
                <c:pt idx="407">
                  <c:v>0.434768602775923</c:v>
                </c:pt>
                <c:pt idx="408">
                  <c:v>0.435542679771943</c:v>
                </c:pt>
                <c:pt idx="409">
                  <c:v>0.436316756767962</c:v>
                </c:pt>
                <c:pt idx="410">
                  <c:v>0.437090833763981</c:v>
                </c:pt>
                <c:pt idx="411">
                  <c:v>0.437864910760001</c:v>
                </c:pt>
                <c:pt idx="412">
                  <c:v>0.43863898775602</c:v>
                </c:pt>
                <c:pt idx="413">
                  <c:v>0.43941306475204001</c:v>
                </c:pt>
                <c:pt idx="414">
                  <c:v>0.44018714174805901</c:v>
                </c:pt>
                <c:pt idx="415">
                  <c:v>0.44096121874407801</c:v>
                </c:pt>
                <c:pt idx="416">
                  <c:v>0.44173529574009801</c:v>
                </c:pt>
                <c:pt idx="417">
                  <c:v>0.44250937273611701</c:v>
                </c:pt>
                <c:pt idx="418">
                  <c:v>0.44328344973213701</c:v>
                </c:pt>
                <c:pt idx="419">
                  <c:v>0.44405752672815602</c:v>
                </c:pt>
                <c:pt idx="420">
                  <c:v>0.44483160372417502</c:v>
                </c:pt>
                <c:pt idx="421">
                  <c:v>0.44560568072019502</c:v>
                </c:pt>
                <c:pt idx="422">
                  <c:v>0.44637975771621402</c:v>
                </c:pt>
                <c:pt idx="423">
                  <c:v>0.44715383471223302</c:v>
                </c:pt>
                <c:pt idx="424">
                  <c:v>0.44792791170825302</c:v>
                </c:pt>
                <c:pt idx="425">
                  <c:v>0.44870198870427203</c:v>
                </c:pt>
                <c:pt idx="426">
                  <c:v>0.44947606570029203</c:v>
                </c:pt>
                <c:pt idx="427">
                  <c:v>0.45025014269631097</c:v>
                </c:pt>
                <c:pt idx="428">
                  <c:v>0.45007506160122601</c:v>
                </c:pt>
                <c:pt idx="429">
                  <c:v>0.44852690757466201</c:v>
                </c:pt>
                <c:pt idx="430">
                  <c:v>0.44697875354809902</c:v>
                </c:pt>
                <c:pt idx="431">
                  <c:v>0.44543059952153502</c:v>
                </c:pt>
                <c:pt idx="432">
                  <c:v>0.44388244549497102</c:v>
                </c:pt>
                <c:pt idx="433">
                  <c:v>0.44233429149686998</c:v>
                </c:pt>
                <c:pt idx="434">
                  <c:v>0.44078613753719698</c:v>
                </c:pt>
                <c:pt idx="435">
                  <c:v>0.43923798357752503</c:v>
                </c:pt>
                <c:pt idx="436">
                  <c:v>0.43768982961785202</c:v>
                </c:pt>
                <c:pt idx="437">
                  <c:v>0.43614167565817902</c:v>
                </c:pt>
                <c:pt idx="438">
                  <c:v>0.43436527445731199</c:v>
                </c:pt>
                <c:pt idx="439">
                  <c:v>0.43230106911085803</c:v>
                </c:pt>
                <c:pt idx="440">
                  <c:v>0.43023686376440301</c:v>
                </c:pt>
                <c:pt idx="441">
                  <c:v>0.42817265841794799</c:v>
                </c:pt>
                <c:pt idx="442">
                  <c:v>0.42610845307149298</c:v>
                </c:pt>
                <c:pt idx="443">
                  <c:v>0.42392579334526398</c:v>
                </c:pt>
                <c:pt idx="444">
                  <c:v>0.42160356239496899</c:v>
                </c:pt>
                <c:pt idx="445">
                  <c:v>0.419281331444675</c:v>
                </c:pt>
                <c:pt idx="446">
                  <c:v>0.41695910049438001</c:v>
                </c:pt>
                <c:pt idx="447">
                  <c:v>0.41463686954408502</c:v>
                </c:pt>
                <c:pt idx="448">
                  <c:v>0.41231463859379103</c:v>
                </c:pt>
                <c:pt idx="449">
                  <c:v>0.40999240764349598</c:v>
                </c:pt>
                <c:pt idx="450">
                  <c:v>0.40767017669320099</c:v>
                </c:pt>
                <c:pt idx="451">
                  <c:v>0.405347945742907</c:v>
                </c:pt>
                <c:pt idx="452">
                  <c:v>0.40302571479261201</c:v>
                </c:pt>
                <c:pt idx="453">
                  <c:v>0.40062721424980902</c:v>
                </c:pt>
                <c:pt idx="454">
                  <c:v>0.39815016789426599</c:v>
                </c:pt>
                <c:pt idx="455">
                  <c:v>0.39567312153872197</c:v>
                </c:pt>
                <c:pt idx="456">
                  <c:v>0.39319607518317801</c:v>
                </c:pt>
                <c:pt idx="457">
                  <c:v>0.39071902882763498</c:v>
                </c:pt>
                <c:pt idx="458">
                  <c:v>0.38824198247209102</c:v>
                </c:pt>
                <c:pt idx="459">
                  <c:v>0.385764936116548</c:v>
                </c:pt>
                <c:pt idx="460">
                  <c:v>0.38328788976100397</c:v>
                </c:pt>
                <c:pt idx="461">
                  <c:v>0.38081084340546001</c:v>
                </c:pt>
                <c:pt idx="462">
                  <c:v>0.37833379704991699</c:v>
                </c:pt>
                <c:pt idx="463">
                  <c:v>0.37585675069437302</c:v>
                </c:pt>
                <c:pt idx="464">
                  <c:v>0.37337970433883</c:v>
                </c:pt>
                <c:pt idx="465">
                  <c:v>0.37090265798328598</c:v>
                </c:pt>
                <c:pt idx="466">
                  <c:v>0.36842561162774201</c:v>
                </c:pt>
                <c:pt idx="467">
                  <c:v>0.36594856527219899</c:v>
                </c:pt>
                <c:pt idx="468">
                  <c:v>0.36347151891665502</c:v>
                </c:pt>
                <c:pt idx="469">
                  <c:v>0.360994472561112</c:v>
                </c:pt>
                <c:pt idx="470">
                  <c:v>0.35897254725921801</c:v>
                </c:pt>
                <c:pt idx="471">
                  <c:v>0.35701155221115199</c:v>
                </c:pt>
                <c:pt idx="472">
                  <c:v>0.35505055716308498</c:v>
                </c:pt>
                <c:pt idx="473">
                  <c:v>0.35308956211501902</c:v>
                </c:pt>
                <c:pt idx="474">
                  <c:v>0.351128567066953</c:v>
                </c:pt>
                <c:pt idx="475">
                  <c:v>0.34916757201888698</c:v>
                </c:pt>
                <c:pt idx="476">
                  <c:v>0.34720657697082102</c:v>
                </c:pt>
                <c:pt idx="477">
                  <c:v>0.34524558192275501</c:v>
                </c:pt>
                <c:pt idx="478">
                  <c:v>0.34328458687468899</c:v>
                </c:pt>
                <c:pt idx="479">
                  <c:v>0.34132359182662297</c:v>
                </c:pt>
                <c:pt idx="480">
                  <c:v>0.33936259677855701</c:v>
                </c:pt>
                <c:pt idx="481">
                  <c:v>0.337401601730491</c:v>
                </c:pt>
                <c:pt idx="482">
                  <c:v>0.33544060668242498</c:v>
                </c:pt>
                <c:pt idx="483">
                  <c:v>0.33347961163435902</c:v>
                </c:pt>
                <c:pt idx="484">
                  <c:v>0.331518616586293</c:v>
                </c:pt>
                <c:pt idx="485">
                  <c:v>0.32955762153822699</c:v>
                </c:pt>
                <c:pt idx="486">
                  <c:v>0.32759662649016102</c:v>
                </c:pt>
                <c:pt idx="487">
                  <c:v>0.32563563144209401</c:v>
                </c:pt>
                <c:pt idx="488">
                  <c:v>0.32367463639402799</c:v>
                </c:pt>
                <c:pt idx="489">
                  <c:v>0.32171364134596198</c:v>
                </c:pt>
                <c:pt idx="490">
                  <c:v>0.31975264629789601</c:v>
                </c:pt>
                <c:pt idx="491">
                  <c:v>0.31779165124983</c:v>
                </c:pt>
                <c:pt idx="492">
                  <c:v>0.31583065620176398</c:v>
                </c:pt>
                <c:pt idx="493">
                  <c:v>0.31386966115369802</c:v>
                </c:pt>
                <c:pt idx="494">
                  <c:v>0.311908666105632</c:v>
                </c:pt>
                <c:pt idx="495">
                  <c:v>0.31049594298240701</c:v>
                </c:pt>
                <c:pt idx="496">
                  <c:v>0.30910260439863402</c:v>
                </c:pt>
                <c:pt idx="497">
                  <c:v>0.30770926581486102</c:v>
                </c:pt>
                <c:pt idx="498">
                  <c:v>0.30631592723108803</c:v>
                </c:pt>
                <c:pt idx="499">
                  <c:v>0.30492258864731597</c:v>
                </c:pt>
                <c:pt idx="500">
                  <c:v>0.30352925006354298</c:v>
                </c:pt>
                <c:pt idx="501">
                  <c:v>0.30213591147976998</c:v>
                </c:pt>
                <c:pt idx="502">
                  <c:v>0.30074257289599698</c:v>
                </c:pt>
                <c:pt idx="503">
                  <c:v>0.29934923431222499</c:v>
                </c:pt>
                <c:pt idx="504">
                  <c:v>0.29795589572845199</c:v>
                </c:pt>
                <c:pt idx="505">
                  <c:v>0.296562557144679</c:v>
                </c:pt>
                <c:pt idx="506">
                  <c:v>0.295169218560906</c:v>
                </c:pt>
                <c:pt idx="507">
                  <c:v>0.293775879977134</c:v>
                </c:pt>
                <c:pt idx="508">
                  <c:v>0.29238254139336101</c:v>
                </c:pt>
                <c:pt idx="509">
                  <c:v>0.29098920280958801</c:v>
                </c:pt>
                <c:pt idx="510">
                  <c:v>0.28959586422581501</c:v>
                </c:pt>
                <c:pt idx="511">
                  <c:v>0.28844359197621799</c:v>
                </c:pt>
                <c:pt idx="512">
                  <c:v>0.287729059385882</c:v>
                </c:pt>
                <c:pt idx="513">
                  <c:v>0.28701452679554601</c:v>
                </c:pt>
                <c:pt idx="514">
                  <c:v>0.28629999420521002</c:v>
                </c:pt>
                <c:pt idx="515">
                  <c:v>0.28558546161487403</c:v>
                </c:pt>
                <c:pt idx="516">
                  <c:v>0.28487092902453798</c:v>
                </c:pt>
                <c:pt idx="517">
                  <c:v>0.28415639643420199</c:v>
                </c:pt>
                <c:pt idx="518">
                  <c:v>0.28344186384386599</c:v>
                </c:pt>
                <c:pt idx="519">
                  <c:v>0.28272733125353</c:v>
                </c:pt>
                <c:pt idx="520">
                  <c:v>0.28201279866319401</c:v>
                </c:pt>
                <c:pt idx="521">
                  <c:v>0.28129826607285802</c:v>
                </c:pt>
                <c:pt idx="522">
                  <c:v>0.28098256099999902</c:v>
                </c:pt>
                <c:pt idx="523">
                  <c:v>0.28098256099999902</c:v>
                </c:pt>
                <c:pt idx="524">
                  <c:v>0.28098256099999902</c:v>
                </c:pt>
                <c:pt idx="525">
                  <c:v>0.28098256099999902</c:v>
                </c:pt>
                <c:pt idx="526">
                  <c:v>0.28098256099999902</c:v>
                </c:pt>
                <c:pt idx="527">
                  <c:v>0.28098256099999902</c:v>
                </c:pt>
                <c:pt idx="528">
                  <c:v>0.28098256099999902</c:v>
                </c:pt>
                <c:pt idx="529">
                  <c:v>0.28098256099999902</c:v>
                </c:pt>
                <c:pt idx="530">
                  <c:v>0.28098256099999902</c:v>
                </c:pt>
                <c:pt idx="531">
                  <c:v>0.28098256099999902</c:v>
                </c:pt>
                <c:pt idx="532">
                  <c:v>0.28098256099999902</c:v>
                </c:pt>
                <c:pt idx="533">
                  <c:v>0.28098256099999902</c:v>
                </c:pt>
                <c:pt idx="534">
                  <c:v>0.28098256099999902</c:v>
                </c:pt>
                <c:pt idx="535">
                  <c:v>0.28098256099999902</c:v>
                </c:pt>
                <c:pt idx="536">
                  <c:v>0.28098256099999902</c:v>
                </c:pt>
                <c:pt idx="537">
                  <c:v>0.28098256099999902</c:v>
                </c:pt>
                <c:pt idx="538">
                  <c:v>0.28098256099999902</c:v>
                </c:pt>
                <c:pt idx="539">
                  <c:v>0.28098256099999902</c:v>
                </c:pt>
                <c:pt idx="540">
                  <c:v>0.28098256099999902</c:v>
                </c:pt>
                <c:pt idx="541">
                  <c:v>0.28098256099999902</c:v>
                </c:pt>
                <c:pt idx="542">
                  <c:v>0.28098256099999902</c:v>
                </c:pt>
                <c:pt idx="543">
                  <c:v>0.28098256099999902</c:v>
                </c:pt>
                <c:pt idx="544">
                  <c:v>0.28098256099999902</c:v>
                </c:pt>
                <c:pt idx="545">
                  <c:v>0.28098256099999902</c:v>
                </c:pt>
                <c:pt idx="546">
                  <c:v>0.28098256099999902</c:v>
                </c:pt>
                <c:pt idx="547">
                  <c:v>0.28098256099999902</c:v>
                </c:pt>
                <c:pt idx="548">
                  <c:v>0.28098256099999902</c:v>
                </c:pt>
                <c:pt idx="549">
                  <c:v>0.28098256099999902</c:v>
                </c:pt>
                <c:pt idx="550">
                  <c:v>0.28098256099999902</c:v>
                </c:pt>
                <c:pt idx="551">
                  <c:v>0.28098256099999902</c:v>
                </c:pt>
                <c:pt idx="552">
                  <c:v>0.28098256099999902</c:v>
                </c:pt>
                <c:pt idx="553">
                  <c:v>0.28098256099999902</c:v>
                </c:pt>
                <c:pt idx="554">
                  <c:v>0.28098256099999902</c:v>
                </c:pt>
                <c:pt idx="555">
                  <c:v>0.28098256099999902</c:v>
                </c:pt>
                <c:pt idx="556">
                  <c:v>0.28098256099999902</c:v>
                </c:pt>
                <c:pt idx="557">
                  <c:v>0.28098256099999902</c:v>
                </c:pt>
                <c:pt idx="558">
                  <c:v>0.28098256099999902</c:v>
                </c:pt>
                <c:pt idx="559">
                  <c:v>0.28098256099999902</c:v>
                </c:pt>
                <c:pt idx="560">
                  <c:v>0.28098256099999902</c:v>
                </c:pt>
                <c:pt idx="561">
                  <c:v>0.28098256099999902</c:v>
                </c:pt>
                <c:pt idx="562">
                  <c:v>0.28163279325979701</c:v>
                </c:pt>
                <c:pt idx="563">
                  <c:v>0.28257183746872</c:v>
                </c:pt>
                <c:pt idx="564">
                  <c:v>0.28351088167764299</c:v>
                </c:pt>
                <c:pt idx="565">
                  <c:v>0.28444992588656598</c:v>
                </c:pt>
                <c:pt idx="566">
                  <c:v>0.28538897009548903</c:v>
                </c:pt>
                <c:pt idx="567">
                  <c:v>0.28632801430441202</c:v>
                </c:pt>
                <c:pt idx="568">
                  <c:v>0.28726705851333501</c:v>
                </c:pt>
                <c:pt idx="569">
                  <c:v>0.288206102722258</c:v>
                </c:pt>
                <c:pt idx="570">
                  <c:v>0.28914514693118099</c:v>
                </c:pt>
                <c:pt idx="571">
                  <c:v>0.29008419114010298</c:v>
                </c:pt>
                <c:pt idx="572">
                  <c:v>0.29102323534902602</c:v>
                </c:pt>
                <c:pt idx="573">
                  <c:v>0.29196227955794901</c:v>
                </c:pt>
                <c:pt idx="574">
                  <c:v>0.292901323766872</c:v>
                </c:pt>
                <c:pt idx="575">
                  <c:v>0.29384036797579499</c:v>
                </c:pt>
                <c:pt idx="576">
                  <c:v>0.29477941218471798</c:v>
                </c:pt>
                <c:pt idx="577">
                  <c:v>0.29571845639364103</c:v>
                </c:pt>
                <c:pt idx="578">
                  <c:v>0.29665750060256402</c:v>
                </c:pt>
                <c:pt idx="579">
                  <c:v>0.29759654481148701</c:v>
                </c:pt>
                <c:pt idx="580">
                  <c:v>0.29853558902041</c:v>
                </c:pt>
                <c:pt idx="581">
                  <c:v>0.29947463322933299</c:v>
                </c:pt>
                <c:pt idx="582">
                  <c:v>0.30041367743825598</c:v>
                </c:pt>
                <c:pt idx="583">
                  <c:v>0.30135272164717902</c:v>
                </c:pt>
                <c:pt idx="584">
                  <c:v>0.30229176585610201</c:v>
                </c:pt>
                <c:pt idx="585">
                  <c:v>0.303230810065025</c:v>
                </c:pt>
                <c:pt idx="586">
                  <c:v>0.30416985427394799</c:v>
                </c:pt>
                <c:pt idx="587">
                  <c:v>0.30510889848287098</c:v>
                </c:pt>
                <c:pt idx="588">
                  <c:v>0.30604794269179397</c:v>
                </c:pt>
                <c:pt idx="589">
                  <c:v>0.30698698690071702</c:v>
                </c:pt>
                <c:pt idx="590">
                  <c:v>0.30792603110964001</c:v>
                </c:pt>
                <c:pt idx="591">
                  <c:v>0.308865075318563</c:v>
                </c:pt>
                <c:pt idx="592">
                  <c:v>0.30980411952748599</c:v>
                </c:pt>
                <c:pt idx="593">
                  <c:v>0.31074316373640898</c:v>
                </c:pt>
                <c:pt idx="594">
                  <c:v>0.31168220794533202</c:v>
                </c:pt>
                <c:pt idx="595">
                  <c:v>0.31262125215425501</c:v>
                </c:pt>
                <c:pt idx="596">
                  <c:v>0.313560296363177</c:v>
                </c:pt>
                <c:pt idx="597">
                  <c:v>0.31449934057209999</c:v>
                </c:pt>
                <c:pt idx="598">
                  <c:v>0.31543838478102298</c:v>
                </c:pt>
                <c:pt idx="599">
                  <c:v>0.31637742898994597</c:v>
                </c:pt>
                <c:pt idx="600">
                  <c:v>0.31731647319886902</c:v>
                </c:pt>
                <c:pt idx="601">
                  <c:v>0.31825551740779201</c:v>
                </c:pt>
                <c:pt idx="602">
                  <c:v>0.319194561616715</c:v>
                </c:pt>
                <c:pt idx="603">
                  <c:v>0.32013360582563799</c:v>
                </c:pt>
                <c:pt idx="604">
                  <c:v>0.32107265003456098</c:v>
                </c:pt>
                <c:pt idx="605">
                  <c:v>0.32201169424348403</c:v>
                </c:pt>
                <c:pt idx="606">
                  <c:v>0.32295073845240702</c:v>
                </c:pt>
                <c:pt idx="607">
                  <c:v>0.32388978266133001</c:v>
                </c:pt>
                <c:pt idx="608">
                  <c:v>0.324828826870253</c:v>
                </c:pt>
                <c:pt idx="609">
                  <c:v>0.32576787107917599</c:v>
                </c:pt>
                <c:pt idx="610">
                  <c:v>0.32670691528809898</c:v>
                </c:pt>
                <c:pt idx="611">
                  <c:v>0.32764595949702202</c:v>
                </c:pt>
                <c:pt idx="612">
                  <c:v>0.32858500370594501</c:v>
                </c:pt>
                <c:pt idx="613">
                  <c:v>0.329524047914868</c:v>
                </c:pt>
                <c:pt idx="614">
                  <c:v>0.33046309212379099</c:v>
                </c:pt>
                <c:pt idx="615">
                  <c:v>0.33140213633271398</c:v>
                </c:pt>
                <c:pt idx="616">
                  <c:v>0.33234118054163703</c:v>
                </c:pt>
                <c:pt idx="617">
                  <c:v>0.33328022475056002</c:v>
                </c:pt>
                <c:pt idx="618">
                  <c:v>0.33421926895948301</c:v>
                </c:pt>
                <c:pt idx="619">
                  <c:v>0.335158313168406</c:v>
                </c:pt>
                <c:pt idx="620">
                  <c:v>0.33609735737732899</c:v>
                </c:pt>
                <c:pt idx="621">
                  <c:v>0.33703640158625198</c:v>
                </c:pt>
                <c:pt idx="622">
                  <c:v>0.33797544579517402</c:v>
                </c:pt>
                <c:pt idx="623">
                  <c:v>0.33891449000409801</c:v>
                </c:pt>
                <c:pt idx="624">
                  <c:v>0.33985353421302</c:v>
                </c:pt>
                <c:pt idx="625">
                  <c:v>0.34079257842194299</c:v>
                </c:pt>
                <c:pt idx="626">
                  <c:v>0.34173162263086598</c:v>
                </c:pt>
                <c:pt idx="627">
                  <c:v>0.34267066683978897</c:v>
                </c:pt>
                <c:pt idx="628">
                  <c:v>0.34360971104871202</c:v>
                </c:pt>
                <c:pt idx="629">
                  <c:v>0.34454875525763501</c:v>
                </c:pt>
                <c:pt idx="630">
                  <c:v>0.345487799466558</c:v>
                </c:pt>
                <c:pt idx="631">
                  <c:v>0.34642684367548099</c:v>
                </c:pt>
                <c:pt idx="632">
                  <c:v>0.34736588788440398</c:v>
                </c:pt>
                <c:pt idx="633">
                  <c:v>0.34830493209332702</c:v>
                </c:pt>
                <c:pt idx="634">
                  <c:v>0.34924397630225001</c:v>
                </c:pt>
                <c:pt idx="635">
                  <c:v>0.350183020511173</c:v>
                </c:pt>
                <c:pt idx="636">
                  <c:v>0.35112206472009599</c:v>
                </c:pt>
                <c:pt idx="637">
                  <c:v>0.35206110892901898</c:v>
                </c:pt>
                <c:pt idx="638">
                  <c:v>0.35300015313794197</c:v>
                </c:pt>
                <c:pt idx="639">
                  <c:v>0.35393919734686502</c:v>
                </c:pt>
                <c:pt idx="640">
                  <c:v>0.35487824155578801</c:v>
                </c:pt>
                <c:pt idx="641">
                  <c:v>0.355817285764711</c:v>
                </c:pt>
                <c:pt idx="642">
                  <c:v>0.35675632997363399</c:v>
                </c:pt>
                <c:pt idx="643">
                  <c:v>0.35769537418255698</c:v>
                </c:pt>
                <c:pt idx="644">
                  <c:v>0.35863441839148003</c:v>
                </c:pt>
                <c:pt idx="645">
                  <c:v>0.35957346260040302</c:v>
                </c:pt>
                <c:pt idx="646">
                  <c:v>0.36051250680932601</c:v>
                </c:pt>
                <c:pt idx="647">
                  <c:v>0.361451551018249</c:v>
                </c:pt>
                <c:pt idx="648">
                  <c:v>0.36239059522717199</c:v>
                </c:pt>
                <c:pt idx="649">
                  <c:v>0.36332963943609498</c:v>
                </c:pt>
                <c:pt idx="650">
                  <c:v>0.36426868364501702</c:v>
                </c:pt>
                <c:pt idx="651">
                  <c:v>0.36520772785394001</c:v>
                </c:pt>
                <c:pt idx="652">
                  <c:v>0.366146772062863</c:v>
                </c:pt>
                <c:pt idx="653">
                  <c:v>0.36708581627178599</c:v>
                </c:pt>
                <c:pt idx="654">
                  <c:v>0.36802486048070898</c:v>
                </c:pt>
                <c:pt idx="655">
                  <c:v>0.36896390468963203</c:v>
                </c:pt>
                <c:pt idx="656">
                  <c:v>0.36990294889855502</c:v>
                </c:pt>
                <c:pt idx="657">
                  <c:v>0.37084199310747801</c:v>
                </c:pt>
                <c:pt idx="658">
                  <c:v>0.371781037316401</c:v>
                </c:pt>
                <c:pt idx="659">
                  <c:v>0.37272008152532399</c:v>
                </c:pt>
                <c:pt idx="660">
                  <c:v>0.37365912573424698</c:v>
                </c:pt>
                <c:pt idx="661">
                  <c:v>0.37459816994317002</c:v>
                </c:pt>
                <c:pt idx="662">
                  <c:v>0.37553721415209301</c:v>
                </c:pt>
                <c:pt idx="663">
                  <c:v>0.376131576725593</c:v>
                </c:pt>
                <c:pt idx="664">
                  <c:v>0.37613157688613202</c:v>
                </c:pt>
                <c:pt idx="665">
                  <c:v>0.376131577046671</c:v>
                </c:pt>
                <c:pt idx="666">
                  <c:v>0.37613157720721002</c:v>
                </c:pt>
                <c:pt idx="667">
                  <c:v>0.37601669325090598</c:v>
                </c:pt>
                <c:pt idx="668">
                  <c:v>0.37548079379802202</c:v>
                </c:pt>
                <c:pt idx="669">
                  <c:v>0.374944894345138</c:v>
                </c:pt>
                <c:pt idx="670">
                  <c:v>0.37440899489225399</c:v>
                </c:pt>
                <c:pt idx="671">
                  <c:v>0.37387309543937097</c:v>
                </c:pt>
                <c:pt idx="672">
                  <c:v>0.37333719598648701</c:v>
                </c:pt>
                <c:pt idx="673">
                  <c:v>0.372801296533603</c:v>
                </c:pt>
                <c:pt idx="674">
                  <c:v>0.37226539708071998</c:v>
                </c:pt>
                <c:pt idx="675">
                  <c:v>0.37172949762783603</c:v>
                </c:pt>
                <c:pt idx="676">
                  <c:v>0.37119359817495201</c:v>
                </c:pt>
                <c:pt idx="677">
                  <c:v>0.370657698722068</c:v>
                </c:pt>
                <c:pt idx="678">
                  <c:v>0.37012179926918498</c:v>
                </c:pt>
                <c:pt idx="679">
                  <c:v>0.36958589981630102</c:v>
                </c:pt>
                <c:pt idx="680">
                  <c:v>0.36905000036341701</c:v>
                </c:pt>
                <c:pt idx="681">
                  <c:v>0.36851410091053299</c:v>
                </c:pt>
                <c:pt idx="682">
                  <c:v>0.36797820145764998</c:v>
                </c:pt>
                <c:pt idx="683">
                  <c:v>0.36744230200476602</c:v>
                </c:pt>
                <c:pt idx="684">
                  <c:v>0.366906402551882</c:v>
                </c:pt>
                <c:pt idx="685">
                  <c:v>0.36637050309899899</c:v>
                </c:pt>
                <c:pt idx="686">
                  <c:v>0.36583460364611498</c:v>
                </c:pt>
                <c:pt idx="687">
                  <c:v>0.36529870419323102</c:v>
                </c:pt>
                <c:pt idx="688">
                  <c:v>0.364762804740347</c:v>
                </c:pt>
                <c:pt idx="689">
                  <c:v>0.36422690528746399</c:v>
                </c:pt>
                <c:pt idx="690">
                  <c:v>0.36369100583457997</c:v>
                </c:pt>
                <c:pt idx="691">
                  <c:v>0.36315510638169601</c:v>
                </c:pt>
                <c:pt idx="692">
                  <c:v>0.362619206928812</c:v>
                </c:pt>
                <c:pt idx="693">
                  <c:v>0.36208330747592898</c:v>
                </c:pt>
                <c:pt idx="694">
                  <c:v>0.36154740802304502</c:v>
                </c:pt>
                <c:pt idx="695">
                  <c:v>0.36101150857016101</c:v>
                </c:pt>
                <c:pt idx="696">
                  <c:v>0.360475609117278</c:v>
                </c:pt>
                <c:pt idx="697">
                  <c:v>0.35993970966439398</c:v>
                </c:pt>
                <c:pt idx="698">
                  <c:v>0.35940381021151002</c:v>
                </c:pt>
                <c:pt idx="699">
                  <c:v>0.35886791075862601</c:v>
                </c:pt>
                <c:pt idx="700">
                  <c:v>0.35833201130574299</c:v>
                </c:pt>
                <c:pt idx="701">
                  <c:v>0.35779611185285898</c:v>
                </c:pt>
                <c:pt idx="702">
                  <c:v>0.35726021239997502</c:v>
                </c:pt>
                <c:pt idx="703">
                  <c:v>0.356724312947091</c:v>
                </c:pt>
                <c:pt idx="704">
                  <c:v>0.35618841349420799</c:v>
                </c:pt>
                <c:pt idx="705">
                  <c:v>0.35565251404132397</c:v>
                </c:pt>
                <c:pt idx="706">
                  <c:v>0.35511661458844002</c:v>
                </c:pt>
                <c:pt idx="707">
                  <c:v>0.354580715135557</c:v>
                </c:pt>
                <c:pt idx="708">
                  <c:v>0.35404481568267299</c:v>
                </c:pt>
                <c:pt idx="709">
                  <c:v>0.35350891622978903</c:v>
                </c:pt>
                <c:pt idx="710">
                  <c:v>0.35296483801134798</c:v>
                </c:pt>
                <c:pt idx="711">
                  <c:v>0.35212039036049497</c:v>
                </c:pt>
                <c:pt idx="712">
                  <c:v>0.35127594270964202</c:v>
                </c:pt>
                <c:pt idx="713">
                  <c:v>0.35043149505878901</c:v>
                </c:pt>
                <c:pt idx="714">
                  <c:v>0.349587047407936</c:v>
                </c:pt>
                <c:pt idx="715">
                  <c:v>0.34874259975708299</c:v>
                </c:pt>
                <c:pt idx="716">
                  <c:v>0.34789815210622999</c:v>
                </c:pt>
                <c:pt idx="717">
                  <c:v>0.34705370445537698</c:v>
                </c:pt>
                <c:pt idx="718">
                  <c:v>0.34620925680452402</c:v>
                </c:pt>
                <c:pt idx="719">
                  <c:v>0.34536480915367102</c:v>
                </c:pt>
                <c:pt idx="720">
                  <c:v>0.34452036156780802</c:v>
                </c:pt>
                <c:pt idx="721">
                  <c:v>0.34367591398992697</c:v>
                </c:pt>
                <c:pt idx="722">
                  <c:v>0.34283146641204598</c:v>
                </c:pt>
                <c:pt idx="723">
                  <c:v>0.34198701883416499</c:v>
                </c:pt>
                <c:pt idx="724">
                  <c:v>0.341142571256285</c:v>
                </c:pt>
                <c:pt idx="725">
                  <c:v>0.34029812367840401</c:v>
                </c:pt>
                <c:pt idx="726">
                  <c:v>0.33945367610052302</c:v>
                </c:pt>
                <c:pt idx="727">
                  <c:v>0.33860922852264203</c:v>
                </c:pt>
                <c:pt idx="728">
                  <c:v>0.33776478094476098</c:v>
                </c:pt>
                <c:pt idx="729">
                  <c:v>0.336973443208191</c:v>
                </c:pt>
                <c:pt idx="730">
                  <c:v>0.33619936620246199</c:v>
                </c:pt>
                <c:pt idx="731">
                  <c:v>0.33542528919673298</c:v>
                </c:pt>
                <c:pt idx="732">
                  <c:v>0.33465121219100502</c:v>
                </c:pt>
                <c:pt idx="733">
                  <c:v>0.33387713518527601</c:v>
                </c:pt>
                <c:pt idx="734">
                  <c:v>0.333103058179548</c:v>
                </c:pt>
                <c:pt idx="735">
                  <c:v>0.33232898117381898</c:v>
                </c:pt>
                <c:pt idx="736">
                  <c:v>0.33155490416809003</c:v>
                </c:pt>
                <c:pt idx="737">
                  <c:v>0.33078082716236201</c:v>
                </c:pt>
                <c:pt idx="738">
                  <c:v>0.330006750156633</c:v>
                </c:pt>
                <c:pt idx="739">
                  <c:v>0.32927961113249599</c:v>
                </c:pt>
                <c:pt idx="740">
                  <c:v>0.32856507853572398</c:v>
                </c:pt>
                <c:pt idx="741">
                  <c:v>0.32785054593895202</c:v>
                </c:pt>
                <c:pt idx="742">
                  <c:v>0.32713601334218001</c:v>
                </c:pt>
                <c:pt idx="743">
                  <c:v>0.326421480745408</c:v>
                </c:pt>
                <c:pt idx="744">
                  <c:v>0.32570694814863599</c:v>
                </c:pt>
                <c:pt idx="745">
                  <c:v>0.32499241555186398</c:v>
                </c:pt>
                <c:pt idx="746">
                  <c:v>0.32427788295509202</c:v>
                </c:pt>
                <c:pt idx="747">
                  <c:v>0.32356335035832001</c:v>
                </c:pt>
                <c:pt idx="748">
                  <c:v>0.322848817761548</c:v>
                </c:pt>
                <c:pt idx="749">
                  <c:v>0.32213428516477599</c:v>
                </c:pt>
                <c:pt idx="750">
                  <c:v>0.32174440339386201</c:v>
                </c:pt>
                <c:pt idx="751">
                  <c:v>0.32135736489281702</c:v>
                </c:pt>
                <c:pt idx="752">
                  <c:v>0.32097032639177298</c:v>
                </c:pt>
                <c:pt idx="753">
                  <c:v>0.32058328789072899</c:v>
                </c:pt>
                <c:pt idx="754">
                  <c:v>0.32019624938968499</c:v>
                </c:pt>
                <c:pt idx="755">
                  <c:v>0.319809210888641</c:v>
                </c:pt>
                <c:pt idx="756">
                  <c:v>0.31942217238759701</c:v>
                </c:pt>
                <c:pt idx="757">
                  <c:v>0.31903513388655302</c:v>
                </c:pt>
                <c:pt idx="758">
                  <c:v>0.31864809538550898</c:v>
                </c:pt>
                <c:pt idx="759">
                  <c:v>0.31826105688446499</c:v>
                </c:pt>
                <c:pt idx="760">
                  <c:v>0.317874018383421</c:v>
                </c:pt>
                <c:pt idx="761">
                  <c:v>0.31748697988237701</c:v>
                </c:pt>
                <c:pt idx="762">
                  <c:v>0.31709994138133302</c:v>
                </c:pt>
                <c:pt idx="763">
                  <c:v>0.31671290288028903</c:v>
                </c:pt>
                <c:pt idx="764">
                  <c:v>0.31632586437924498</c:v>
                </c:pt>
                <c:pt idx="765">
                  <c:v>0.31593882587820099</c:v>
                </c:pt>
                <c:pt idx="766">
                  <c:v>0.315551787377157</c:v>
                </c:pt>
                <c:pt idx="767">
                  <c:v>0.31516474887611301</c:v>
                </c:pt>
                <c:pt idx="768">
                  <c:v>0.31477771037506902</c:v>
                </c:pt>
                <c:pt idx="769">
                  <c:v>0.31439067187402497</c:v>
                </c:pt>
                <c:pt idx="770">
                  <c:v>0.31400363337298098</c:v>
                </c:pt>
                <c:pt idx="771">
                  <c:v>0.31361659487193699</c:v>
                </c:pt>
                <c:pt idx="772">
                  <c:v>0.313229556370893</c:v>
                </c:pt>
                <c:pt idx="773">
                  <c:v>0.31284251786984901</c:v>
                </c:pt>
                <c:pt idx="774">
                  <c:v>0.31245547936880502</c:v>
                </c:pt>
                <c:pt idx="775">
                  <c:v>0.31206844086776098</c:v>
                </c:pt>
                <c:pt idx="776">
                  <c:v>0.311841701333333</c:v>
                </c:pt>
                <c:pt idx="777">
                  <c:v>0.311841701333333</c:v>
                </c:pt>
                <c:pt idx="778">
                  <c:v>0.311841701333333</c:v>
                </c:pt>
                <c:pt idx="779">
                  <c:v>0.311841701333333</c:v>
                </c:pt>
                <c:pt idx="780">
                  <c:v>0.311841701333333</c:v>
                </c:pt>
                <c:pt idx="781">
                  <c:v>0.311841701333333</c:v>
                </c:pt>
                <c:pt idx="782">
                  <c:v>0.311841701333333</c:v>
                </c:pt>
                <c:pt idx="783">
                  <c:v>0.311841701333333</c:v>
                </c:pt>
                <c:pt idx="784">
                  <c:v>0.311841701333333</c:v>
                </c:pt>
                <c:pt idx="785">
                  <c:v>0.311841701333333</c:v>
                </c:pt>
                <c:pt idx="786">
                  <c:v>0.311841701333333</c:v>
                </c:pt>
                <c:pt idx="787">
                  <c:v>0.311841701333333</c:v>
                </c:pt>
                <c:pt idx="788">
                  <c:v>0.311841701333333</c:v>
                </c:pt>
                <c:pt idx="789">
                  <c:v>0.311841701333333</c:v>
                </c:pt>
                <c:pt idx="790">
                  <c:v>0.311841701333333</c:v>
                </c:pt>
                <c:pt idx="791">
                  <c:v>0.311841701333333</c:v>
                </c:pt>
                <c:pt idx="792">
                  <c:v>0.311841701333333</c:v>
                </c:pt>
                <c:pt idx="793">
                  <c:v>0.311841701333333</c:v>
                </c:pt>
                <c:pt idx="794">
                  <c:v>0.311841701333333</c:v>
                </c:pt>
                <c:pt idx="795">
                  <c:v>0.311841701333333</c:v>
                </c:pt>
                <c:pt idx="796">
                  <c:v>0.311841701333333</c:v>
                </c:pt>
                <c:pt idx="797">
                  <c:v>0.311841701333333</c:v>
                </c:pt>
                <c:pt idx="798">
                  <c:v>0.311841701333333</c:v>
                </c:pt>
                <c:pt idx="799">
                  <c:v>0.311841701333333</c:v>
                </c:pt>
                <c:pt idx="800">
                  <c:v>0.311841701333333</c:v>
                </c:pt>
                <c:pt idx="801">
                  <c:v>0.311841701333333</c:v>
                </c:pt>
                <c:pt idx="802">
                  <c:v>0.311841701333333</c:v>
                </c:pt>
                <c:pt idx="803">
                  <c:v>0.311841701333333</c:v>
                </c:pt>
                <c:pt idx="804">
                  <c:v>0.311841701333333</c:v>
                </c:pt>
                <c:pt idx="805">
                  <c:v>0.311841701333333</c:v>
                </c:pt>
                <c:pt idx="806">
                  <c:v>0.311841701333333</c:v>
                </c:pt>
                <c:pt idx="807">
                  <c:v>0.311841701333333</c:v>
                </c:pt>
                <c:pt idx="808">
                  <c:v>0.311841701333333</c:v>
                </c:pt>
                <c:pt idx="809">
                  <c:v>0.311841701333333</c:v>
                </c:pt>
                <c:pt idx="810">
                  <c:v>0.311841701333333</c:v>
                </c:pt>
                <c:pt idx="811">
                  <c:v>0.31208378642289702</c:v>
                </c:pt>
                <c:pt idx="812">
                  <c:v>0.312539125833037</c:v>
                </c:pt>
                <c:pt idx="813">
                  <c:v>0.31299446524317698</c:v>
                </c:pt>
                <c:pt idx="814">
                  <c:v>0.31344980465331701</c:v>
                </c:pt>
                <c:pt idx="815">
                  <c:v>0.31390514406345699</c:v>
                </c:pt>
                <c:pt idx="816">
                  <c:v>0.31436048347359702</c:v>
                </c:pt>
                <c:pt idx="817">
                  <c:v>0.314815822883736</c:v>
                </c:pt>
                <c:pt idx="818">
                  <c:v>0.31527116229387597</c:v>
                </c:pt>
                <c:pt idx="819">
                  <c:v>0.315726501704016</c:v>
                </c:pt>
                <c:pt idx="820">
                  <c:v>0.31618184111415598</c:v>
                </c:pt>
                <c:pt idx="821">
                  <c:v>0.31663718052429601</c:v>
                </c:pt>
                <c:pt idx="822">
                  <c:v>0.31709251993443599</c:v>
                </c:pt>
                <c:pt idx="823">
                  <c:v>0.31754785934457602</c:v>
                </c:pt>
                <c:pt idx="824">
                  <c:v>0.318003198754716</c:v>
                </c:pt>
                <c:pt idx="825">
                  <c:v>0.31845853816485598</c:v>
                </c:pt>
                <c:pt idx="826">
                  <c:v>0.31891387757499501</c:v>
                </c:pt>
                <c:pt idx="827">
                  <c:v>0.31936921698513498</c:v>
                </c:pt>
                <c:pt idx="828">
                  <c:v>0.31982455639527502</c:v>
                </c:pt>
                <c:pt idx="829">
                  <c:v>0.32027989580541499</c:v>
                </c:pt>
                <c:pt idx="830">
                  <c:v>0.32073523521555503</c:v>
                </c:pt>
                <c:pt idx="831">
                  <c:v>0.321190574625695</c:v>
                </c:pt>
                <c:pt idx="832">
                  <c:v>0.32164591403583498</c:v>
                </c:pt>
                <c:pt idx="833">
                  <c:v>0.32210125344597501</c:v>
                </c:pt>
                <c:pt idx="834">
                  <c:v>0.32255659285611499</c:v>
                </c:pt>
                <c:pt idx="835">
                  <c:v>0.32301193226625402</c:v>
                </c:pt>
                <c:pt idx="836">
                  <c:v>0.323467271676394</c:v>
                </c:pt>
                <c:pt idx="837">
                  <c:v>0.32392261108653397</c:v>
                </c:pt>
                <c:pt idx="838">
                  <c:v>0.32437795049667401</c:v>
                </c:pt>
                <c:pt idx="839">
                  <c:v>0.32483328990681398</c:v>
                </c:pt>
                <c:pt idx="840">
                  <c:v>0.32528862931695401</c:v>
                </c:pt>
                <c:pt idx="841">
                  <c:v>0.32574396872709399</c:v>
                </c:pt>
                <c:pt idx="842">
                  <c:v>0.32619930813723402</c:v>
                </c:pt>
                <c:pt idx="843">
                  <c:v>0.326654647547374</c:v>
                </c:pt>
                <c:pt idx="844">
                  <c:v>0.32710998695751298</c:v>
                </c:pt>
                <c:pt idx="845">
                  <c:v>0.32756532636765301</c:v>
                </c:pt>
                <c:pt idx="846">
                  <c:v>0.32802066577779299</c:v>
                </c:pt>
                <c:pt idx="847">
                  <c:v>0.32847600518793302</c:v>
                </c:pt>
                <c:pt idx="848">
                  <c:v>0.32893134459807299</c:v>
                </c:pt>
                <c:pt idx="849">
                  <c:v>0.32938668400821303</c:v>
                </c:pt>
                <c:pt idx="850">
                  <c:v>0.329842023418353</c:v>
                </c:pt>
                <c:pt idx="851">
                  <c:v>0.33029736282849298</c:v>
                </c:pt>
                <c:pt idx="852">
                  <c:v>0.33075270223863301</c:v>
                </c:pt>
                <c:pt idx="853">
                  <c:v>0.33120804164877299</c:v>
                </c:pt>
                <c:pt idx="854">
                  <c:v>0.33166338105891202</c:v>
                </c:pt>
                <c:pt idx="855">
                  <c:v>0.332118720469052</c:v>
                </c:pt>
                <c:pt idx="856">
                  <c:v>0.33257405987919197</c:v>
                </c:pt>
                <c:pt idx="857">
                  <c:v>0.33302939928933201</c:v>
                </c:pt>
                <c:pt idx="858">
                  <c:v>0.33348473869947198</c:v>
                </c:pt>
                <c:pt idx="859">
                  <c:v>0.33394007810961202</c:v>
                </c:pt>
                <c:pt idx="860">
                  <c:v>0.33439541751975199</c:v>
                </c:pt>
                <c:pt idx="861">
                  <c:v>0.33485075692989202</c:v>
                </c:pt>
                <c:pt idx="862">
                  <c:v>0.335306096340031</c:v>
                </c:pt>
                <c:pt idx="863">
                  <c:v>0.33576143575017098</c:v>
                </c:pt>
                <c:pt idx="864">
                  <c:v>0.33621677516031101</c:v>
                </c:pt>
                <c:pt idx="865">
                  <c:v>0.33667211457045099</c:v>
                </c:pt>
                <c:pt idx="866">
                  <c:v>0.33712745398059102</c:v>
                </c:pt>
                <c:pt idx="867">
                  <c:v>0.33758329620578098</c:v>
                </c:pt>
                <c:pt idx="868">
                  <c:v>0.33804774217294198</c:v>
                </c:pt>
                <c:pt idx="869">
                  <c:v>0.33851218814010298</c:v>
                </c:pt>
                <c:pt idx="870">
                  <c:v>0.33897663410726298</c:v>
                </c:pt>
                <c:pt idx="871">
                  <c:v>0.33944108007442397</c:v>
                </c:pt>
                <c:pt idx="872">
                  <c:v>0.33990552604158503</c:v>
                </c:pt>
                <c:pt idx="873">
                  <c:v>0.34036997200874602</c:v>
                </c:pt>
                <c:pt idx="874">
                  <c:v>0.34083441797590602</c:v>
                </c:pt>
                <c:pt idx="875">
                  <c:v>0.34129886394306702</c:v>
                </c:pt>
                <c:pt idx="876">
                  <c:v>0.34176330991022802</c:v>
                </c:pt>
                <c:pt idx="877">
                  <c:v>0.34222775587738902</c:v>
                </c:pt>
                <c:pt idx="878">
                  <c:v>0.34269220184455002</c:v>
                </c:pt>
                <c:pt idx="879">
                  <c:v>0.34315664781171001</c:v>
                </c:pt>
                <c:pt idx="880">
                  <c:v>0.34362109377887101</c:v>
                </c:pt>
                <c:pt idx="881">
                  <c:v>0.34408553974603201</c:v>
                </c:pt>
                <c:pt idx="882">
                  <c:v>0.34454998571319301</c:v>
                </c:pt>
                <c:pt idx="883">
                  <c:v>0.34501443168035401</c:v>
                </c:pt>
                <c:pt idx="884">
                  <c:v>0.34527243335786201</c:v>
                </c:pt>
                <c:pt idx="885">
                  <c:v>0.34527243341304797</c:v>
                </c:pt>
                <c:pt idx="886">
                  <c:v>0.345272433468233</c:v>
                </c:pt>
                <c:pt idx="887">
                  <c:v>0.34527243352341802</c:v>
                </c:pt>
                <c:pt idx="888">
                  <c:v>0.34527243357860299</c:v>
                </c:pt>
                <c:pt idx="889">
                  <c:v>0.34527243363378901</c:v>
                </c:pt>
                <c:pt idx="890">
                  <c:v>0.34527243368897398</c:v>
                </c:pt>
                <c:pt idx="891">
                  <c:v>0.345272433744159</c:v>
                </c:pt>
                <c:pt idx="892">
                  <c:v>0.34527243379934403</c:v>
                </c:pt>
                <c:pt idx="893">
                  <c:v>0.34527243385452999</c:v>
                </c:pt>
                <c:pt idx="894">
                  <c:v>0.34527243390971502</c:v>
                </c:pt>
                <c:pt idx="895">
                  <c:v>0.34527243396489998</c:v>
                </c:pt>
                <c:pt idx="896">
                  <c:v>0.34527243402008501</c:v>
                </c:pt>
                <c:pt idx="897">
                  <c:v>0.34527243407527097</c:v>
                </c:pt>
                <c:pt idx="898">
                  <c:v>0.345272434130456</c:v>
                </c:pt>
                <c:pt idx="899">
                  <c:v>0.34527243418564102</c:v>
                </c:pt>
                <c:pt idx="900">
                  <c:v>0.34527243424082599</c:v>
                </c:pt>
                <c:pt idx="901">
                  <c:v>0.34527243429601201</c:v>
                </c:pt>
                <c:pt idx="902">
                  <c:v>0.34527243435119698</c:v>
                </c:pt>
                <c:pt idx="903">
                  <c:v>0.345272434406382</c:v>
                </c:pt>
                <c:pt idx="904">
                  <c:v>0.34527243446156702</c:v>
                </c:pt>
                <c:pt idx="905">
                  <c:v>0.34527243451675299</c:v>
                </c:pt>
                <c:pt idx="906">
                  <c:v>0.34527243457193801</c:v>
                </c:pt>
                <c:pt idx="907">
                  <c:v>0.34527243462712298</c:v>
                </c:pt>
                <c:pt idx="908">
                  <c:v>0.345272434682308</c:v>
                </c:pt>
                <c:pt idx="909">
                  <c:v>0.34527243473749403</c:v>
                </c:pt>
                <c:pt idx="910">
                  <c:v>0.34527243479267899</c:v>
                </c:pt>
                <c:pt idx="911">
                  <c:v>0.34527243484786402</c:v>
                </c:pt>
                <c:pt idx="912">
                  <c:v>0.34527243490304899</c:v>
                </c:pt>
                <c:pt idx="913">
                  <c:v>0.34527243495823501</c:v>
                </c:pt>
                <c:pt idx="914">
                  <c:v>0.34527243501341998</c:v>
                </c:pt>
                <c:pt idx="915">
                  <c:v>0.345272435068605</c:v>
                </c:pt>
                <c:pt idx="916">
                  <c:v>0.34527243512379002</c:v>
                </c:pt>
                <c:pt idx="917">
                  <c:v>0.34527243517897599</c:v>
                </c:pt>
                <c:pt idx="918">
                  <c:v>0.34527243523416101</c:v>
                </c:pt>
                <c:pt idx="919">
                  <c:v>0.34527243528934598</c:v>
                </c:pt>
                <c:pt idx="920">
                  <c:v>0.345272435344531</c:v>
                </c:pt>
                <c:pt idx="921">
                  <c:v>0.34527243539971703</c:v>
                </c:pt>
                <c:pt idx="922">
                  <c:v>0.34527243545490199</c:v>
                </c:pt>
                <c:pt idx="923">
                  <c:v>0.34527243551008702</c:v>
                </c:pt>
                <c:pt idx="924">
                  <c:v>0.34527243556527198</c:v>
                </c:pt>
                <c:pt idx="925">
                  <c:v>0.34527243562045801</c:v>
                </c:pt>
                <c:pt idx="926">
                  <c:v>0.34527243567564297</c:v>
                </c:pt>
                <c:pt idx="927">
                  <c:v>0.345272435730828</c:v>
                </c:pt>
                <c:pt idx="928">
                  <c:v>0.34527243578601302</c:v>
                </c:pt>
                <c:pt idx="929">
                  <c:v>0.34527243584119899</c:v>
                </c:pt>
                <c:pt idx="930">
                  <c:v>0.34527243589638401</c:v>
                </c:pt>
                <c:pt idx="931">
                  <c:v>0.34527243595156898</c:v>
                </c:pt>
                <c:pt idx="932">
                  <c:v>0.345272436006754</c:v>
                </c:pt>
                <c:pt idx="933">
                  <c:v>0.34527243606194002</c:v>
                </c:pt>
                <c:pt idx="934">
                  <c:v>0.34527243611712499</c:v>
                </c:pt>
                <c:pt idx="935">
                  <c:v>0.34527243617231002</c:v>
                </c:pt>
                <c:pt idx="936">
                  <c:v>0.34527243622749498</c:v>
                </c:pt>
                <c:pt idx="937">
                  <c:v>0.34527243628268101</c:v>
                </c:pt>
                <c:pt idx="938">
                  <c:v>0.34527243633786597</c:v>
                </c:pt>
                <c:pt idx="939">
                  <c:v>0.345272436393051</c:v>
                </c:pt>
                <c:pt idx="940">
                  <c:v>0.34527243644823602</c:v>
                </c:pt>
                <c:pt idx="941">
                  <c:v>0.34527243650342199</c:v>
                </c:pt>
                <c:pt idx="942">
                  <c:v>0.34527243655860701</c:v>
                </c:pt>
                <c:pt idx="943">
                  <c:v>0.34527243661379198</c:v>
                </c:pt>
                <c:pt idx="944">
                  <c:v>0.345272436668977</c:v>
                </c:pt>
                <c:pt idx="945">
                  <c:v>0.34527243672416302</c:v>
                </c:pt>
                <c:pt idx="946">
                  <c:v>0.34527243677934799</c:v>
                </c:pt>
                <c:pt idx="947">
                  <c:v>0.34527243683453301</c:v>
                </c:pt>
                <c:pt idx="948">
                  <c:v>0.34527243688971798</c:v>
                </c:pt>
                <c:pt idx="949">
                  <c:v>0.345272436944904</c:v>
                </c:pt>
                <c:pt idx="950">
                  <c:v>0.34527243699761401</c:v>
                </c:pt>
                <c:pt idx="951">
                  <c:v>0.345272435526008</c:v>
                </c:pt>
                <c:pt idx="952">
                  <c:v>0.345272434054401</c:v>
                </c:pt>
                <c:pt idx="953">
                  <c:v>0.34506645644341799</c:v>
                </c:pt>
                <c:pt idx="954">
                  <c:v>0.34466259038707397</c:v>
                </c:pt>
                <c:pt idx="955">
                  <c:v>0.34425872433072902</c:v>
                </c:pt>
                <c:pt idx="956">
                  <c:v>0.343854858274384</c:v>
                </c:pt>
                <c:pt idx="957">
                  <c:v>0.34345099221803999</c:v>
                </c:pt>
                <c:pt idx="958">
                  <c:v>0.34304712616169503</c:v>
                </c:pt>
                <c:pt idx="959">
                  <c:v>0.34264326010535101</c:v>
                </c:pt>
                <c:pt idx="960">
                  <c:v>0.342239394049006</c:v>
                </c:pt>
                <c:pt idx="961">
                  <c:v>0.34183552799266198</c:v>
                </c:pt>
                <c:pt idx="962">
                  <c:v>0.34143166193631702</c:v>
                </c:pt>
                <c:pt idx="963">
                  <c:v>0.34102779587997201</c:v>
                </c:pt>
                <c:pt idx="964">
                  <c:v>0.34062392982362799</c:v>
                </c:pt>
                <c:pt idx="965">
                  <c:v>0.34022006376728298</c:v>
                </c:pt>
                <c:pt idx="966">
                  <c:v>0.33981619771093802</c:v>
                </c:pt>
                <c:pt idx="967">
                  <c:v>0.339412331654594</c:v>
                </c:pt>
                <c:pt idx="968">
                  <c:v>0.33900846559824899</c:v>
                </c:pt>
                <c:pt idx="969">
                  <c:v>0.33860459954190503</c:v>
                </c:pt>
                <c:pt idx="970">
                  <c:v>0.33820073348556001</c:v>
                </c:pt>
                <c:pt idx="971">
                  <c:v>0.337796867429216</c:v>
                </c:pt>
                <c:pt idx="972">
                  <c:v>0.33755765199999999</c:v>
                </c:pt>
                <c:pt idx="973">
                  <c:v>0.33755765199999999</c:v>
                </c:pt>
                <c:pt idx="974">
                  <c:v>0.33755765199999999</c:v>
                </c:pt>
                <c:pt idx="975">
                  <c:v>0.33721727678503599</c:v>
                </c:pt>
                <c:pt idx="976">
                  <c:v>0.33684571980995998</c:v>
                </c:pt>
                <c:pt idx="977">
                  <c:v>0.33647416283488302</c:v>
                </c:pt>
                <c:pt idx="978">
                  <c:v>0.336102605859806</c:v>
                </c:pt>
                <c:pt idx="979">
                  <c:v>0.33573104888472899</c:v>
                </c:pt>
                <c:pt idx="980">
                  <c:v>0.33535949190965297</c:v>
                </c:pt>
                <c:pt idx="981">
                  <c:v>0.33498793493457601</c:v>
                </c:pt>
                <c:pt idx="982">
                  <c:v>0.334616377959499</c:v>
                </c:pt>
                <c:pt idx="983">
                  <c:v>0.33424482098442199</c:v>
                </c:pt>
                <c:pt idx="984">
                  <c:v>0.33387326400934503</c:v>
                </c:pt>
                <c:pt idx="985">
                  <c:v>0.33350170703426901</c:v>
                </c:pt>
                <c:pt idx="986">
                  <c:v>0.333130150059192</c:v>
                </c:pt>
                <c:pt idx="987">
                  <c:v>0.33275859308411498</c:v>
                </c:pt>
                <c:pt idx="988">
                  <c:v>0.33238703610903803</c:v>
                </c:pt>
                <c:pt idx="989">
                  <c:v>0.33201547913396201</c:v>
                </c:pt>
                <c:pt idx="990">
                  <c:v>0.331643922158885</c:v>
                </c:pt>
                <c:pt idx="991">
                  <c:v>0.33127236518380798</c:v>
                </c:pt>
                <c:pt idx="992">
                  <c:v>0.33090080820873102</c:v>
                </c:pt>
                <c:pt idx="993">
                  <c:v>0.33052925123365501</c:v>
                </c:pt>
                <c:pt idx="994">
                  <c:v>0.33015769425857799</c:v>
                </c:pt>
                <c:pt idx="995">
                  <c:v>0.32984286666666601</c:v>
                </c:pt>
                <c:pt idx="996">
                  <c:v>0.32984286666666601</c:v>
                </c:pt>
                <c:pt idx="997">
                  <c:v>0.32984286666666601</c:v>
                </c:pt>
                <c:pt idx="998">
                  <c:v>0.32970640789966299</c:v>
                </c:pt>
                <c:pt idx="999">
                  <c:v>0.32949998736902097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BB7-4B6B-BE0A-73444D36399B}"/>
            </c:ext>
          </c:extLst>
        </c:ser>
        <c:ser>
          <c:idx val="0"/>
          <c:order val="1"/>
          <c:tx>
            <c:strRef>
              <c:f>'1.0LiF_plot_data'!$C$1</c:f>
              <c:strCache>
                <c:ptCount val="1"/>
                <c:pt idx="0">
                  <c:v>Li-Li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'1.0LiF_plot_data'!$A$2:$A$1001</c:f>
              <c:numCache>
                <c:formatCode>General</c:formatCode>
                <c:ptCount val="1000"/>
                <c:pt idx="0">
                  <c:v>0</c:v>
                </c:pt>
                <c:pt idx="1">
                  <c:v>1.0282686896896801E-2</c:v>
                </c:pt>
                <c:pt idx="2">
                  <c:v>2.0565373793793699E-2</c:v>
                </c:pt>
                <c:pt idx="3">
                  <c:v>3.0848060690690599E-2</c:v>
                </c:pt>
                <c:pt idx="4">
                  <c:v>4.1130747587587502E-2</c:v>
                </c:pt>
                <c:pt idx="5">
                  <c:v>5.1413434484484398E-2</c:v>
                </c:pt>
                <c:pt idx="6">
                  <c:v>6.1696121381381301E-2</c:v>
                </c:pt>
                <c:pt idx="7">
                  <c:v>7.1978808278278197E-2</c:v>
                </c:pt>
                <c:pt idx="8">
                  <c:v>8.2261495175175101E-2</c:v>
                </c:pt>
                <c:pt idx="9">
                  <c:v>9.2544182072072004E-2</c:v>
                </c:pt>
                <c:pt idx="10">
                  <c:v>0.102826868968968</c:v>
                </c:pt>
                <c:pt idx="11">
                  <c:v>0.11310955586586501</c:v>
                </c:pt>
                <c:pt idx="12">
                  <c:v>0.12339224276276201</c:v>
                </c:pt>
                <c:pt idx="13">
                  <c:v>0.13367492965965899</c:v>
                </c:pt>
                <c:pt idx="14">
                  <c:v>0.14395761655655601</c:v>
                </c:pt>
                <c:pt idx="15">
                  <c:v>0.15424030345345299</c:v>
                </c:pt>
                <c:pt idx="16">
                  <c:v>0.16452299035035001</c:v>
                </c:pt>
                <c:pt idx="17">
                  <c:v>0.17480567724724699</c:v>
                </c:pt>
                <c:pt idx="18">
                  <c:v>0.18508836414414401</c:v>
                </c:pt>
                <c:pt idx="19">
                  <c:v>0.19537105104104099</c:v>
                </c:pt>
                <c:pt idx="20">
                  <c:v>0.20565373793793701</c:v>
                </c:pt>
                <c:pt idx="21">
                  <c:v>0.215936424834834</c:v>
                </c:pt>
                <c:pt idx="22">
                  <c:v>0.22621911173173101</c:v>
                </c:pt>
                <c:pt idx="23">
                  <c:v>0.236501798628628</c:v>
                </c:pt>
                <c:pt idx="24">
                  <c:v>0.24678448552552501</c:v>
                </c:pt>
                <c:pt idx="25">
                  <c:v>0.257067172422422</c:v>
                </c:pt>
                <c:pt idx="26">
                  <c:v>0.26734985931931898</c:v>
                </c:pt>
                <c:pt idx="27">
                  <c:v>0.27763254621621603</c:v>
                </c:pt>
                <c:pt idx="28">
                  <c:v>0.28791523311311301</c:v>
                </c:pt>
                <c:pt idx="29">
                  <c:v>0.29819792001001</c:v>
                </c:pt>
                <c:pt idx="30">
                  <c:v>0.30848060690690599</c:v>
                </c:pt>
                <c:pt idx="31">
                  <c:v>0.31876329380380303</c:v>
                </c:pt>
                <c:pt idx="32">
                  <c:v>0.32904598070070001</c:v>
                </c:pt>
                <c:pt idx="33">
                  <c:v>0.339328667597597</c:v>
                </c:pt>
                <c:pt idx="34">
                  <c:v>0.34961135449449399</c:v>
                </c:pt>
                <c:pt idx="35">
                  <c:v>0.35989404139139097</c:v>
                </c:pt>
                <c:pt idx="36">
                  <c:v>0.37017672828828802</c:v>
                </c:pt>
                <c:pt idx="37">
                  <c:v>0.380459415185185</c:v>
                </c:pt>
                <c:pt idx="38">
                  <c:v>0.39074210208208199</c:v>
                </c:pt>
                <c:pt idx="39">
                  <c:v>0.40102478897897897</c:v>
                </c:pt>
                <c:pt idx="40">
                  <c:v>0.41130747587587502</c:v>
                </c:pt>
                <c:pt idx="41">
                  <c:v>0.421590162772772</c:v>
                </c:pt>
                <c:pt idx="42">
                  <c:v>0.43187284966966899</c:v>
                </c:pt>
                <c:pt idx="43">
                  <c:v>0.44215553656656598</c:v>
                </c:pt>
                <c:pt idx="44">
                  <c:v>0.45243822346346302</c:v>
                </c:pt>
                <c:pt idx="45">
                  <c:v>0.46272091036036</c:v>
                </c:pt>
                <c:pt idx="46">
                  <c:v>0.47300359725725699</c:v>
                </c:pt>
                <c:pt idx="47">
                  <c:v>0.48328628415415398</c:v>
                </c:pt>
                <c:pt idx="48">
                  <c:v>0.49356897105105102</c:v>
                </c:pt>
                <c:pt idx="49">
                  <c:v>0.50385165794794795</c:v>
                </c:pt>
                <c:pt idx="50">
                  <c:v>0.51413434484484399</c:v>
                </c:pt>
                <c:pt idx="51">
                  <c:v>0.52441703174174104</c:v>
                </c:pt>
                <c:pt idx="52">
                  <c:v>0.53469971863863797</c:v>
                </c:pt>
                <c:pt idx="53">
                  <c:v>0.54498240553553501</c:v>
                </c:pt>
                <c:pt idx="54">
                  <c:v>0.55526509243243205</c:v>
                </c:pt>
                <c:pt idx="55">
                  <c:v>0.56554777932932898</c:v>
                </c:pt>
                <c:pt idx="56">
                  <c:v>0.57583046622622602</c:v>
                </c:pt>
                <c:pt idx="57">
                  <c:v>0.58611315312312295</c:v>
                </c:pt>
                <c:pt idx="58">
                  <c:v>0.59639584002002</c:v>
                </c:pt>
                <c:pt idx="59">
                  <c:v>0.60667852691691604</c:v>
                </c:pt>
                <c:pt idx="60">
                  <c:v>0.61696121381381297</c:v>
                </c:pt>
                <c:pt idx="61">
                  <c:v>0.62724390071071001</c:v>
                </c:pt>
                <c:pt idx="62">
                  <c:v>0.63752658760760705</c:v>
                </c:pt>
                <c:pt idx="63">
                  <c:v>0.64780927450450398</c:v>
                </c:pt>
                <c:pt idx="64">
                  <c:v>0.65809196140140103</c:v>
                </c:pt>
                <c:pt idx="65">
                  <c:v>0.66837464829829796</c:v>
                </c:pt>
                <c:pt idx="66">
                  <c:v>0.678657335195195</c:v>
                </c:pt>
                <c:pt idx="67">
                  <c:v>0.68894002209209204</c:v>
                </c:pt>
                <c:pt idx="68">
                  <c:v>0.69922270898898897</c:v>
                </c:pt>
                <c:pt idx="69">
                  <c:v>0.70950539588588502</c:v>
                </c:pt>
                <c:pt idx="70">
                  <c:v>0.71978808278278195</c:v>
                </c:pt>
                <c:pt idx="71">
                  <c:v>0.73007076967967899</c:v>
                </c:pt>
                <c:pt idx="72">
                  <c:v>0.74035345657657603</c:v>
                </c:pt>
                <c:pt idx="73">
                  <c:v>0.75063614347347296</c:v>
                </c:pt>
                <c:pt idx="74">
                  <c:v>0.76091883037037</c:v>
                </c:pt>
                <c:pt idx="75">
                  <c:v>0.77120151726726704</c:v>
                </c:pt>
                <c:pt idx="76">
                  <c:v>0.78148420416416398</c:v>
                </c:pt>
                <c:pt idx="77">
                  <c:v>0.79176689106106102</c:v>
                </c:pt>
                <c:pt idx="78">
                  <c:v>0.80204957795795795</c:v>
                </c:pt>
                <c:pt idx="79">
                  <c:v>0.81233226485485399</c:v>
                </c:pt>
                <c:pt idx="80">
                  <c:v>0.82261495175175103</c:v>
                </c:pt>
                <c:pt idx="81">
                  <c:v>0.83289763864864796</c:v>
                </c:pt>
                <c:pt idx="82">
                  <c:v>0.84318032554554501</c:v>
                </c:pt>
                <c:pt idx="83">
                  <c:v>0.85346301244244205</c:v>
                </c:pt>
                <c:pt idx="84">
                  <c:v>0.86374569933933898</c:v>
                </c:pt>
                <c:pt idx="85">
                  <c:v>0.87402838623623602</c:v>
                </c:pt>
                <c:pt idx="86">
                  <c:v>0.88431107313313295</c:v>
                </c:pt>
                <c:pt idx="87">
                  <c:v>0.89459376003002999</c:v>
                </c:pt>
                <c:pt idx="88">
                  <c:v>0.90487644692692604</c:v>
                </c:pt>
                <c:pt idx="89">
                  <c:v>0.91515913382382297</c:v>
                </c:pt>
                <c:pt idx="90">
                  <c:v>0.92544182072072001</c:v>
                </c:pt>
                <c:pt idx="91">
                  <c:v>0.93572450761761705</c:v>
                </c:pt>
                <c:pt idx="92">
                  <c:v>0.94600719451451398</c:v>
                </c:pt>
                <c:pt idx="93">
                  <c:v>0.95628988141141102</c:v>
                </c:pt>
                <c:pt idx="94">
                  <c:v>0.96657256830830796</c:v>
                </c:pt>
                <c:pt idx="95">
                  <c:v>0.976855255205205</c:v>
                </c:pt>
                <c:pt idx="96">
                  <c:v>0.98713794210210204</c:v>
                </c:pt>
                <c:pt idx="97">
                  <c:v>0.99742062899899897</c:v>
                </c:pt>
                <c:pt idx="98">
                  <c:v>1.0077033158958899</c:v>
                </c:pt>
                <c:pt idx="99">
                  <c:v>1.0179860027927901</c:v>
                </c:pt>
                <c:pt idx="100">
                  <c:v>1.02826868968968</c:v>
                </c:pt>
                <c:pt idx="101">
                  <c:v>1.0385513765865799</c:v>
                </c:pt>
                <c:pt idx="102">
                  <c:v>1.0488340634834801</c:v>
                </c:pt>
                <c:pt idx="103">
                  <c:v>1.05911675038038</c:v>
                </c:pt>
                <c:pt idx="104">
                  <c:v>1.0693994372772699</c:v>
                </c:pt>
                <c:pt idx="105">
                  <c:v>1.0796821241741701</c:v>
                </c:pt>
                <c:pt idx="106">
                  <c:v>1.08996481107107</c:v>
                </c:pt>
                <c:pt idx="107">
                  <c:v>1.10024749796796</c:v>
                </c:pt>
                <c:pt idx="108">
                  <c:v>1.1105301848648601</c:v>
                </c:pt>
                <c:pt idx="109">
                  <c:v>1.12081287176176</c:v>
                </c:pt>
                <c:pt idx="110">
                  <c:v>1.13109555865865</c:v>
                </c:pt>
                <c:pt idx="111">
                  <c:v>1.1413782455555499</c:v>
                </c:pt>
                <c:pt idx="112">
                  <c:v>1.15166093245245</c:v>
                </c:pt>
                <c:pt idx="113">
                  <c:v>1.16194361934934</c:v>
                </c:pt>
                <c:pt idx="114">
                  <c:v>1.1722263062462399</c:v>
                </c:pt>
                <c:pt idx="115">
                  <c:v>1.1825089931431401</c:v>
                </c:pt>
                <c:pt idx="116">
                  <c:v>1.19279168004004</c:v>
                </c:pt>
                <c:pt idx="117">
                  <c:v>1.2030743669369299</c:v>
                </c:pt>
                <c:pt idx="118">
                  <c:v>1.2133570538338301</c:v>
                </c:pt>
                <c:pt idx="119">
                  <c:v>1.22363974073073</c:v>
                </c:pt>
                <c:pt idx="120">
                  <c:v>1.2339224276276199</c:v>
                </c:pt>
                <c:pt idx="121">
                  <c:v>1.2442051145245201</c:v>
                </c:pt>
                <c:pt idx="122">
                  <c:v>1.25448780142142</c:v>
                </c:pt>
                <c:pt idx="123">
                  <c:v>1.26477048831831</c:v>
                </c:pt>
                <c:pt idx="124">
                  <c:v>1.2750531752152101</c:v>
                </c:pt>
                <c:pt idx="125">
                  <c:v>1.28533586211211</c:v>
                </c:pt>
                <c:pt idx="126">
                  <c:v>1.295618549009</c:v>
                </c:pt>
                <c:pt idx="127">
                  <c:v>1.3059012359058999</c:v>
                </c:pt>
                <c:pt idx="128">
                  <c:v>1.3161839228028001</c:v>
                </c:pt>
                <c:pt idx="129">
                  <c:v>1.32646660969969</c:v>
                </c:pt>
                <c:pt idx="130">
                  <c:v>1.3367492965965899</c:v>
                </c:pt>
                <c:pt idx="131">
                  <c:v>1.3470319834934901</c:v>
                </c:pt>
                <c:pt idx="132">
                  <c:v>1.35731467039039</c:v>
                </c:pt>
                <c:pt idx="133">
                  <c:v>1.3675973572872799</c:v>
                </c:pt>
                <c:pt idx="134">
                  <c:v>1.3778800441841801</c:v>
                </c:pt>
                <c:pt idx="135">
                  <c:v>1.38816273108108</c:v>
                </c:pt>
                <c:pt idx="136">
                  <c:v>1.39844541797797</c:v>
                </c:pt>
                <c:pt idx="137">
                  <c:v>1.4087281048748701</c:v>
                </c:pt>
                <c:pt idx="138">
                  <c:v>1.41901079177177</c:v>
                </c:pt>
                <c:pt idx="139">
                  <c:v>1.42929347866866</c:v>
                </c:pt>
                <c:pt idx="140">
                  <c:v>1.4395761655655599</c:v>
                </c:pt>
                <c:pt idx="141">
                  <c:v>1.44985885246246</c:v>
                </c:pt>
                <c:pt idx="142">
                  <c:v>1.46014153935935</c:v>
                </c:pt>
                <c:pt idx="143">
                  <c:v>1.4704242262562499</c:v>
                </c:pt>
                <c:pt idx="144">
                  <c:v>1.4807069131531501</c:v>
                </c:pt>
                <c:pt idx="145">
                  <c:v>1.49098960005005</c:v>
                </c:pt>
                <c:pt idx="146">
                  <c:v>1.5012722869469399</c:v>
                </c:pt>
                <c:pt idx="147">
                  <c:v>1.5115549738438401</c:v>
                </c:pt>
                <c:pt idx="148">
                  <c:v>1.52183766074074</c:v>
                </c:pt>
                <c:pt idx="149">
                  <c:v>1.5321203476376299</c:v>
                </c:pt>
                <c:pt idx="150">
                  <c:v>1.5424030345345301</c:v>
                </c:pt>
                <c:pt idx="151">
                  <c:v>1.55268572143143</c:v>
                </c:pt>
                <c:pt idx="152">
                  <c:v>1.56296840832832</c:v>
                </c:pt>
                <c:pt idx="153">
                  <c:v>1.5732510952252201</c:v>
                </c:pt>
                <c:pt idx="154">
                  <c:v>1.58353378212212</c:v>
                </c:pt>
                <c:pt idx="155">
                  <c:v>1.59381646901901</c:v>
                </c:pt>
                <c:pt idx="156">
                  <c:v>1.6040991559159099</c:v>
                </c:pt>
                <c:pt idx="157">
                  <c:v>1.6143818428128101</c:v>
                </c:pt>
                <c:pt idx="158">
                  <c:v>1.6246645297097</c:v>
                </c:pt>
                <c:pt idx="159">
                  <c:v>1.6349472166065999</c:v>
                </c:pt>
                <c:pt idx="160">
                  <c:v>1.6452299035035001</c:v>
                </c:pt>
                <c:pt idx="161">
                  <c:v>1.6555125904004</c:v>
                </c:pt>
                <c:pt idx="162">
                  <c:v>1.6657952772972899</c:v>
                </c:pt>
                <c:pt idx="163">
                  <c:v>1.6760779641941901</c:v>
                </c:pt>
                <c:pt idx="164">
                  <c:v>1.68636065109109</c:v>
                </c:pt>
                <c:pt idx="165">
                  <c:v>1.6966433379879799</c:v>
                </c:pt>
                <c:pt idx="166">
                  <c:v>1.7069260248848801</c:v>
                </c:pt>
                <c:pt idx="167">
                  <c:v>1.71720871178178</c:v>
                </c:pt>
                <c:pt idx="168">
                  <c:v>1.72749139867867</c:v>
                </c:pt>
                <c:pt idx="169">
                  <c:v>1.7377740855755699</c:v>
                </c:pt>
                <c:pt idx="170">
                  <c:v>1.74805677247247</c:v>
                </c:pt>
                <c:pt idx="171">
                  <c:v>1.75833945936936</c:v>
                </c:pt>
                <c:pt idx="172">
                  <c:v>1.7686221462662599</c:v>
                </c:pt>
                <c:pt idx="173">
                  <c:v>1.7789048331631601</c:v>
                </c:pt>
                <c:pt idx="174">
                  <c:v>1.78918752006006</c:v>
                </c:pt>
                <c:pt idx="175">
                  <c:v>1.7994702069569499</c:v>
                </c:pt>
                <c:pt idx="176">
                  <c:v>1.8097528938538501</c:v>
                </c:pt>
                <c:pt idx="177">
                  <c:v>1.82003558075075</c:v>
                </c:pt>
                <c:pt idx="178">
                  <c:v>1.8303182676476399</c:v>
                </c:pt>
                <c:pt idx="179">
                  <c:v>1.8406009545445401</c:v>
                </c:pt>
                <c:pt idx="180">
                  <c:v>1.85088364144144</c:v>
                </c:pt>
                <c:pt idx="181">
                  <c:v>1.86116632833833</c:v>
                </c:pt>
                <c:pt idx="182">
                  <c:v>1.8714490152352301</c:v>
                </c:pt>
                <c:pt idx="183">
                  <c:v>1.88173170213213</c:v>
                </c:pt>
                <c:pt idx="184">
                  <c:v>1.89201438902902</c:v>
                </c:pt>
                <c:pt idx="185">
                  <c:v>1.9022970759259199</c:v>
                </c:pt>
                <c:pt idx="186">
                  <c:v>1.9125797628228201</c:v>
                </c:pt>
                <c:pt idx="187">
                  <c:v>1.92286244971971</c:v>
                </c:pt>
                <c:pt idx="188">
                  <c:v>1.9331451366166099</c:v>
                </c:pt>
                <c:pt idx="189">
                  <c:v>1.9434278235135101</c:v>
                </c:pt>
                <c:pt idx="190">
                  <c:v>1.95371051041041</c:v>
                </c:pt>
                <c:pt idx="191">
                  <c:v>1.9639931973072999</c:v>
                </c:pt>
                <c:pt idx="192">
                  <c:v>1.9742758842042001</c:v>
                </c:pt>
                <c:pt idx="193">
                  <c:v>1.9845585711011</c:v>
                </c:pt>
                <c:pt idx="194">
                  <c:v>1.9948412579979899</c:v>
                </c:pt>
                <c:pt idx="195">
                  <c:v>2.0051239448948901</c:v>
                </c:pt>
                <c:pt idx="196">
                  <c:v>2.01540663179179</c:v>
                </c:pt>
                <c:pt idx="197">
                  <c:v>2.0256893186886802</c:v>
                </c:pt>
                <c:pt idx="198">
                  <c:v>2.0359720055855801</c:v>
                </c:pt>
                <c:pt idx="199">
                  <c:v>2.04625469248248</c:v>
                </c:pt>
                <c:pt idx="200">
                  <c:v>2.0565373793793702</c:v>
                </c:pt>
                <c:pt idx="201">
                  <c:v>2.0668200662762701</c:v>
                </c:pt>
                <c:pt idx="202">
                  <c:v>2.0771027531731701</c:v>
                </c:pt>
                <c:pt idx="203">
                  <c:v>2.08738544007007</c:v>
                </c:pt>
                <c:pt idx="204">
                  <c:v>2.0976681269669601</c:v>
                </c:pt>
                <c:pt idx="205">
                  <c:v>2.1079508138638601</c:v>
                </c:pt>
                <c:pt idx="206">
                  <c:v>2.11823350076076</c:v>
                </c:pt>
                <c:pt idx="207">
                  <c:v>2.1285161876576502</c:v>
                </c:pt>
                <c:pt idx="208">
                  <c:v>2.1387988745545501</c:v>
                </c:pt>
                <c:pt idx="209">
                  <c:v>2.14908156145145</c:v>
                </c:pt>
                <c:pt idx="210">
                  <c:v>2.1593642483483402</c:v>
                </c:pt>
                <c:pt idx="211">
                  <c:v>2.1696469352452401</c:v>
                </c:pt>
                <c:pt idx="212">
                  <c:v>2.17992962214214</c:v>
                </c:pt>
                <c:pt idx="213">
                  <c:v>2.1902123090390302</c:v>
                </c:pt>
                <c:pt idx="214">
                  <c:v>2.2004949959359301</c:v>
                </c:pt>
                <c:pt idx="215">
                  <c:v>2.21077768283283</c:v>
                </c:pt>
                <c:pt idx="216">
                  <c:v>2.2210603697297202</c:v>
                </c:pt>
                <c:pt idx="217">
                  <c:v>2.2313430566266201</c:v>
                </c:pt>
                <c:pt idx="218">
                  <c:v>2.2416257435235201</c:v>
                </c:pt>
                <c:pt idx="219">
                  <c:v>2.25190843042042</c:v>
                </c:pt>
                <c:pt idx="220">
                  <c:v>2.2621911173173102</c:v>
                </c:pt>
                <c:pt idx="221">
                  <c:v>2.2724738042142101</c:v>
                </c:pt>
                <c:pt idx="222">
                  <c:v>2.28275649111111</c:v>
                </c:pt>
                <c:pt idx="223">
                  <c:v>2.2930391780080002</c:v>
                </c:pt>
                <c:pt idx="224">
                  <c:v>2.3033218649049001</c:v>
                </c:pt>
                <c:pt idx="225">
                  <c:v>2.3136045518018</c:v>
                </c:pt>
                <c:pt idx="226">
                  <c:v>2.3238872386986902</c:v>
                </c:pt>
                <c:pt idx="227">
                  <c:v>2.3341699255955901</c:v>
                </c:pt>
                <c:pt idx="228">
                  <c:v>2.34445261249249</c:v>
                </c:pt>
                <c:pt idx="229">
                  <c:v>2.3547352993893802</c:v>
                </c:pt>
                <c:pt idx="230">
                  <c:v>2.3650179862862801</c:v>
                </c:pt>
                <c:pt idx="231">
                  <c:v>2.3753006731831801</c:v>
                </c:pt>
                <c:pt idx="232">
                  <c:v>2.38558336008008</c:v>
                </c:pt>
                <c:pt idx="233">
                  <c:v>2.3958660469769701</c:v>
                </c:pt>
                <c:pt idx="234">
                  <c:v>2.4061487338738701</c:v>
                </c:pt>
                <c:pt idx="235">
                  <c:v>2.41643142077077</c:v>
                </c:pt>
                <c:pt idx="236">
                  <c:v>2.4267141076676602</c:v>
                </c:pt>
                <c:pt idx="237">
                  <c:v>2.4369967945645601</c:v>
                </c:pt>
                <c:pt idx="238">
                  <c:v>2.44727948146146</c:v>
                </c:pt>
                <c:pt idx="239">
                  <c:v>2.4575621683583502</c:v>
                </c:pt>
                <c:pt idx="240">
                  <c:v>2.4678448552552501</c:v>
                </c:pt>
                <c:pt idx="241">
                  <c:v>2.47812754215215</c:v>
                </c:pt>
                <c:pt idx="242">
                  <c:v>2.4884102290490402</c:v>
                </c:pt>
                <c:pt idx="243">
                  <c:v>2.4986929159459401</c:v>
                </c:pt>
                <c:pt idx="244">
                  <c:v>2.50897560284284</c:v>
                </c:pt>
                <c:pt idx="245">
                  <c:v>2.5192582897397302</c:v>
                </c:pt>
                <c:pt idx="246">
                  <c:v>2.5295409766366301</c:v>
                </c:pt>
                <c:pt idx="247">
                  <c:v>2.5398236635335301</c:v>
                </c:pt>
                <c:pt idx="248">
                  <c:v>2.55010635043043</c:v>
                </c:pt>
                <c:pt idx="249">
                  <c:v>2.5603890373273201</c:v>
                </c:pt>
                <c:pt idx="250">
                  <c:v>2.5706717242242201</c:v>
                </c:pt>
                <c:pt idx="251">
                  <c:v>2.58095441112112</c:v>
                </c:pt>
                <c:pt idx="252">
                  <c:v>2.5912370980180102</c:v>
                </c:pt>
                <c:pt idx="253">
                  <c:v>2.6015197849149101</c:v>
                </c:pt>
                <c:pt idx="254">
                  <c:v>2.61180247181181</c:v>
                </c:pt>
                <c:pt idx="255">
                  <c:v>2.6220851587087002</c:v>
                </c:pt>
                <c:pt idx="256">
                  <c:v>2.6323678456056001</c:v>
                </c:pt>
                <c:pt idx="257">
                  <c:v>2.6426505325025</c:v>
                </c:pt>
                <c:pt idx="258">
                  <c:v>2.6529332193993902</c:v>
                </c:pt>
                <c:pt idx="259">
                  <c:v>2.6632159062962901</c:v>
                </c:pt>
                <c:pt idx="260">
                  <c:v>2.6734985931931901</c:v>
                </c:pt>
                <c:pt idx="261">
                  <c:v>2.68378128009009</c:v>
                </c:pt>
                <c:pt idx="262">
                  <c:v>2.6940639669869801</c:v>
                </c:pt>
                <c:pt idx="263">
                  <c:v>2.7043466538838801</c:v>
                </c:pt>
                <c:pt idx="264">
                  <c:v>2.71462934078078</c:v>
                </c:pt>
                <c:pt idx="265">
                  <c:v>2.7249120276776702</c:v>
                </c:pt>
                <c:pt idx="266">
                  <c:v>2.7351947145745701</c:v>
                </c:pt>
                <c:pt idx="267">
                  <c:v>2.74547740147147</c:v>
                </c:pt>
                <c:pt idx="268">
                  <c:v>2.7557600883683602</c:v>
                </c:pt>
                <c:pt idx="269">
                  <c:v>2.7660427752652601</c:v>
                </c:pt>
                <c:pt idx="270">
                  <c:v>2.77632546216216</c:v>
                </c:pt>
                <c:pt idx="271">
                  <c:v>2.7866081490590502</c:v>
                </c:pt>
                <c:pt idx="272">
                  <c:v>2.7968908359559501</c:v>
                </c:pt>
                <c:pt idx="273">
                  <c:v>2.80717352285285</c:v>
                </c:pt>
                <c:pt idx="274">
                  <c:v>2.8174562097497402</c:v>
                </c:pt>
                <c:pt idx="275">
                  <c:v>2.8277388966466401</c:v>
                </c:pt>
                <c:pt idx="276">
                  <c:v>2.8380215835435401</c:v>
                </c:pt>
                <c:pt idx="277">
                  <c:v>2.84830427044044</c:v>
                </c:pt>
                <c:pt idx="278">
                  <c:v>2.8585869573373301</c:v>
                </c:pt>
                <c:pt idx="279">
                  <c:v>2.8688696442342301</c:v>
                </c:pt>
                <c:pt idx="280">
                  <c:v>2.87915233113113</c:v>
                </c:pt>
                <c:pt idx="281">
                  <c:v>2.8894350180280202</c:v>
                </c:pt>
                <c:pt idx="282">
                  <c:v>2.8997177049249201</c:v>
                </c:pt>
                <c:pt idx="283">
                  <c:v>2.91000039182182</c:v>
                </c:pt>
                <c:pt idx="284">
                  <c:v>2.9202830787187102</c:v>
                </c:pt>
                <c:pt idx="285">
                  <c:v>2.9305657656156101</c:v>
                </c:pt>
                <c:pt idx="286">
                  <c:v>2.94084845251251</c:v>
                </c:pt>
                <c:pt idx="287">
                  <c:v>2.9511311394094002</c:v>
                </c:pt>
                <c:pt idx="288">
                  <c:v>2.9614138263063001</c:v>
                </c:pt>
                <c:pt idx="289">
                  <c:v>2.9716965132032001</c:v>
                </c:pt>
                <c:pt idx="290">
                  <c:v>2.9819792001001</c:v>
                </c:pt>
                <c:pt idx="291">
                  <c:v>2.9922618869969901</c:v>
                </c:pt>
                <c:pt idx="292">
                  <c:v>3.0025445738938901</c:v>
                </c:pt>
                <c:pt idx="293">
                  <c:v>3.01282726079079</c:v>
                </c:pt>
                <c:pt idx="294">
                  <c:v>3.0231099476876802</c:v>
                </c:pt>
                <c:pt idx="295">
                  <c:v>3.0333926345845801</c:v>
                </c:pt>
                <c:pt idx="296">
                  <c:v>3.04367532148148</c:v>
                </c:pt>
                <c:pt idx="297">
                  <c:v>3.0539580083783702</c:v>
                </c:pt>
                <c:pt idx="298">
                  <c:v>3.0642406952752701</c:v>
                </c:pt>
                <c:pt idx="299">
                  <c:v>3.07452338217217</c:v>
                </c:pt>
                <c:pt idx="300">
                  <c:v>3.0848060690690602</c:v>
                </c:pt>
                <c:pt idx="301">
                  <c:v>3.0950887559659601</c:v>
                </c:pt>
                <c:pt idx="302">
                  <c:v>3.10537144286286</c:v>
                </c:pt>
                <c:pt idx="303">
                  <c:v>3.1156541297597502</c:v>
                </c:pt>
                <c:pt idx="304">
                  <c:v>3.1259368166566501</c:v>
                </c:pt>
                <c:pt idx="305">
                  <c:v>3.1362195035535501</c:v>
                </c:pt>
                <c:pt idx="306">
                  <c:v>3.14650219045045</c:v>
                </c:pt>
                <c:pt idx="307">
                  <c:v>3.1567848773473401</c:v>
                </c:pt>
                <c:pt idx="308">
                  <c:v>3.1670675642442401</c:v>
                </c:pt>
                <c:pt idx="309">
                  <c:v>3.17735025114114</c:v>
                </c:pt>
                <c:pt idx="310">
                  <c:v>3.1876329380380302</c:v>
                </c:pt>
                <c:pt idx="311">
                  <c:v>3.1979156249349301</c:v>
                </c:pt>
                <c:pt idx="312">
                  <c:v>3.20819831183183</c:v>
                </c:pt>
                <c:pt idx="313">
                  <c:v>3.2184809987287202</c:v>
                </c:pt>
                <c:pt idx="314">
                  <c:v>3.2287636856256201</c:v>
                </c:pt>
                <c:pt idx="315">
                  <c:v>3.23904637252252</c:v>
                </c:pt>
                <c:pt idx="316">
                  <c:v>3.2493290594194102</c:v>
                </c:pt>
                <c:pt idx="317">
                  <c:v>3.2596117463163101</c:v>
                </c:pt>
                <c:pt idx="318">
                  <c:v>3.26989443321321</c:v>
                </c:pt>
                <c:pt idx="319">
                  <c:v>3.28017712011011</c:v>
                </c:pt>
                <c:pt idx="320">
                  <c:v>3.2904598070070001</c:v>
                </c:pt>
                <c:pt idx="321">
                  <c:v>3.3007424939039001</c:v>
                </c:pt>
                <c:pt idx="322">
                  <c:v>3.3110251808008</c:v>
                </c:pt>
                <c:pt idx="323">
                  <c:v>3.3213078676976902</c:v>
                </c:pt>
                <c:pt idx="324">
                  <c:v>3.3315905545945901</c:v>
                </c:pt>
                <c:pt idx="325">
                  <c:v>3.34187324149149</c:v>
                </c:pt>
                <c:pt idx="326">
                  <c:v>3.3521559283883802</c:v>
                </c:pt>
                <c:pt idx="327">
                  <c:v>3.3624386152852801</c:v>
                </c:pt>
                <c:pt idx="328">
                  <c:v>3.37272130218218</c:v>
                </c:pt>
                <c:pt idx="329">
                  <c:v>3.3830039890790702</c:v>
                </c:pt>
                <c:pt idx="330">
                  <c:v>3.3932866759759701</c:v>
                </c:pt>
                <c:pt idx="331">
                  <c:v>3.40356936287287</c:v>
                </c:pt>
                <c:pt idx="332">
                  <c:v>3.4138520497697602</c:v>
                </c:pt>
                <c:pt idx="333">
                  <c:v>3.4241347366666601</c:v>
                </c:pt>
                <c:pt idx="334">
                  <c:v>3.4344174235635601</c:v>
                </c:pt>
                <c:pt idx="335">
                  <c:v>3.44470011046046</c:v>
                </c:pt>
                <c:pt idx="336">
                  <c:v>3.4549827973573501</c:v>
                </c:pt>
                <c:pt idx="337">
                  <c:v>3.4652654842542501</c:v>
                </c:pt>
                <c:pt idx="338">
                  <c:v>3.47554817115115</c:v>
                </c:pt>
                <c:pt idx="339">
                  <c:v>3.4858308580480402</c:v>
                </c:pt>
                <c:pt idx="340">
                  <c:v>3.4961135449449401</c:v>
                </c:pt>
                <c:pt idx="341">
                  <c:v>3.50639623184184</c:v>
                </c:pt>
                <c:pt idx="342">
                  <c:v>3.5166789187387302</c:v>
                </c:pt>
                <c:pt idx="343">
                  <c:v>3.5269616056356301</c:v>
                </c:pt>
                <c:pt idx="344">
                  <c:v>3.53724429253253</c:v>
                </c:pt>
                <c:pt idx="345">
                  <c:v>3.5475269794294202</c:v>
                </c:pt>
                <c:pt idx="346">
                  <c:v>3.5578096663263201</c:v>
                </c:pt>
                <c:pt idx="347">
                  <c:v>3.56809235322322</c:v>
                </c:pt>
                <c:pt idx="348">
                  <c:v>3.57837504012012</c:v>
                </c:pt>
                <c:pt idx="349">
                  <c:v>3.5886577270170101</c:v>
                </c:pt>
                <c:pt idx="350">
                  <c:v>3.5989404139139101</c:v>
                </c:pt>
                <c:pt idx="351">
                  <c:v>3.60922310081081</c:v>
                </c:pt>
                <c:pt idx="352">
                  <c:v>3.6195057877077002</c:v>
                </c:pt>
                <c:pt idx="353">
                  <c:v>3.6297884746046001</c:v>
                </c:pt>
                <c:pt idx="354">
                  <c:v>3.6400711615015</c:v>
                </c:pt>
                <c:pt idx="355">
                  <c:v>3.6503538483983902</c:v>
                </c:pt>
                <c:pt idx="356">
                  <c:v>3.6606365352952901</c:v>
                </c:pt>
                <c:pt idx="357">
                  <c:v>3.67091922219219</c:v>
                </c:pt>
                <c:pt idx="358">
                  <c:v>3.6812019090890802</c:v>
                </c:pt>
                <c:pt idx="359">
                  <c:v>3.6914845959859801</c:v>
                </c:pt>
                <c:pt idx="360">
                  <c:v>3.70176728288288</c:v>
                </c:pt>
                <c:pt idx="361">
                  <c:v>3.7120499697797702</c:v>
                </c:pt>
                <c:pt idx="362">
                  <c:v>3.7223326566766701</c:v>
                </c:pt>
                <c:pt idx="363">
                  <c:v>3.7326153435735701</c:v>
                </c:pt>
                <c:pt idx="364">
                  <c:v>3.74289803047047</c:v>
                </c:pt>
                <c:pt idx="365">
                  <c:v>3.7531807173673601</c:v>
                </c:pt>
                <c:pt idx="366">
                  <c:v>3.7634634042642601</c:v>
                </c:pt>
                <c:pt idx="367">
                  <c:v>3.77374609116116</c:v>
                </c:pt>
                <c:pt idx="368">
                  <c:v>3.7840287780580502</c:v>
                </c:pt>
                <c:pt idx="369">
                  <c:v>3.7943114649549501</c:v>
                </c:pt>
                <c:pt idx="370">
                  <c:v>3.80459415185185</c:v>
                </c:pt>
                <c:pt idx="371">
                  <c:v>3.8148768387487402</c:v>
                </c:pt>
                <c:pt idx="372">
                  <c:v>3.8251595256456401</c:v>
                </c:pt>
                <c:pt idx="373">
                  <c:v>3.83544221254254</c:v>
                </c:pt>
                <c:pt idx="374">
                  <c:v>3.8457248994394302</c:v>
                </c:pt>
                <c:pt idx="375">
                  <c:v>3.8560075863363301</c:v>
                </c:pt>
                <c:pt idx="376">
                  <c:v>3.86629027323323</c:v>
                </c:pt>
                <c:pt idx="377">
                  <c:v>3.87657296013013</c:v>
                </c:pt>
                <c:pt idx="378">
                  <c:v>3.8868556470270201</c:v>
                </c:pt>
                <c:pt idx="379">
                  <c:v>3.8971383339239201</c:v>
                </c:pt>
                <c:pt idx="380">
                  <c:v>3.90742102082082</c:v>
                </c:pt>
                <c:pt idx="381">
                  <c:v>3.9177037077177101</c:v>
                </c:pt>
                <c:pt idx="382">
                  <c:v>3.9279863946146101</c:v>
                </c:pt>
                <c:pt idx="383">
                  <c:v>3.93826908151151</c:v>
                </c:pt>
                <c:pt idx="384">
                  <c:v>3.9485517684084002</c:v>
                </c:pt>
                <c:pt idx="385">
                  <c:v>3.9588344553053001</c:v>
                </c:pt>
                <c:pt idx="386">
                  <c:v>3.9691171422022</c:v>
                </c:pt>
                <c:pt idx="387">
                  <c:v>3.9793998290990902</c:v>
                </c:pt>
                <c:pt idx="388">
                  <c:v>3.9896825159959901</c:v>
                </c:pt>
                <c:pt idx="389">
                  <c:v>3.99996520289289</c:v>
                </c:pt>
                <c:pt idx="390">
                  <c:v>4.01024788978979</c:v>
                </c:pt>
                <c:pt idx="391">
                  <c:v>4.0205305766866797</c:v>
                </c:pt>
                <c:pt idx="392">
                  <c:v>4.0308132635835801</c:v>
                </c:pt>
                <c:pt idx="393">
                  <c:v>4.0410959504804804</c:v>
                </c:pt>
                <c:pt idx="394">
                  <c:v>4.0513786373773701</c:v>
                </c:pt>
                <c:pt idx="395">
                  <c:v>4.0616613242742696</c:v>
                </c:pt>
                <c:pt idx="396">
                  <c:v>4.07194401117117</c:v>
                </c:pt>
                <c:pt idx="397">
                  <c:v>4.0822266980680597</c:v>
                </c:pt>
                <c:pt idx="398">
                  <c:v>4.0925093849649601</c:v>
                </c:pt>
                <c:pt idx="399">
                  <c:v>4.1027920718618596</c:v>
                </c:pt>
                <c:pt idx="400">
                  <c:v>4.1130747587587502</c:v>
                </c:pt>
                <c:pt idx="401">
                  <c:v>4.1233574456556497</c:v>
                </c:pt>
                <c:pt idx="402">
                  <c:v>4.13364013255255</c:v>
                </c:pt>
                <c:pt idx="403">
                  <c:v>4.1439228194494397</c:v>
                </c:pt>
                <c:pt idx="404">
                  <c:v>4.1542055063463401</c:v>
                </c:pt>
                <c:pt idx="405">
                  <c:v>4.1644881932432396</c:v>
                </c:pt>
                <c:pt idx="406">
                  <c:v>4.17477088014014</c:v>
                </c:pt>
                <c:pt idx="407">
                  <c:v>4.1850535670370297</c:v>
                </c:pt>
                <c:pt idx="408">
                  <c:v>4.1953362539339301</c:v>
                </c:pt>
                <c:pt idx="409">
                  <c:v>4.2056189408308304</c:v>
                </c:pt>
                <c:pt idx="410">
                  <c:v>4.2159016277277201</c:v>
                </c:pt>
                <c:pt idx="411">
                  <c:v>4.2261843146246196</c:v>
                </c:pt>
                <c:pt idx="412">
                  <c:v>4.23646700152152</c:v>
                </c:pt>
                <c:pt idx="413">
                  <c:v>4.2467496884184097</c:v>
                </c:pt>
                <c:pt idx="414">
                  <c:v>4.2570323753153101</c:v>
                </c:pt>
                <c:pt idx="415">
                  <c:v>4.2673150622122096</c:v>
                </c:pt>
                <c:pt idx="416">
                  <c:v>4.2775977491091002</c:v>
                </c:pt>
                <c:pt idx="417">
                  <c:v>4.2878804360059997</c:v>
                </c:pt>
                <c:pt idx="418">
                  <c:v>4.2981631229029</c:v>
                </c:pt>
                <c:pt idx="419">
                  <c:v>4.3084458097997897</c:v>
                </c:pt>
                <c:pt idx="420">
                  <c:v>4.3187284966966901</c:v>
                </c:pt>
                <c:pt idx="421">
                  <c:v>4.3290111835935896</c:v>
                </c:pt>
                <c:pt idx="422">
                  <c:v>4.33929387049049</c:v>
                </c:pt>
                <c:pt idx="423">
                  <c:v>4.3495765573873797</c:v>
                </c:pt>
                <c:pt idx="424">
                  <c:v>4.3598592442842801</c:v>
                </c:pt>
                <c:pt idx="425">
                  <c:v>4.3701419311811804</c:v>
                </c:pt>
                <c:pt idx="426">
                  <c:v>4.3804246180780702</c:v>
                </c:pt>
                <c:pt idx="427">
                  <c:v>4.3907073049749696</c:v>
                </c:pt>
                <c:pt idx="428">
                  <c:v>4.40098999187187</c:v>
                </c:pt>
                <c:pt idx="429">
                  <c:v>4.4112726787687597</c:v>
                </c:pt>
                <c:pt idx="430">
                  <c:v>4.4215553656656601</c:v>
                </c:pt>
                <c:pt idx="431">
                  <c:v>4.4318380525625596</c:v>
                </c:pt>
                <c:pt idx="432">
                  <c:v>4.4421207394594502</c:v>
                </c:pt>
                <c:pt idx="433">
                  <c:v>4.4524034263563497</c:v>
                </c:pt>
                <c:pt idx="434">
                  <c:v>4.46268611325325</c:v>
                </c:pt>
                <c:pt idx="435">
                  <c:v>4.4729688001501398</c:v>
                </c:pt>
                <c:pt idx="436">
                  <c:v>4.4832514870470401</c:v>
                </c:pt>
                <c:pt idx="437">
                  <c:v>4.4935341739439396</c:v>
                </c:pt>
                <c:pt idx="438">
                  <c:v>4.50381686084084</c:v>
                </c:pt>
                <c:pt idx="439">
                  <c:v>4.5140995477377297</c:v>
                </c:pt>
                <c:pt idx="440">
                  <c:v>4.5243822346346301</c:v>
                </c:pt>
                <c:pt idx="441">
                  <c:v>4.5346649215315296</c:v>
                </c:pt>
                <c:pt idx="442">
                  <c:v>4.5449476084284202</c:v>
                </c:pt>
                <c:pt idx="443">
                  <c:v>4.5552302953253196</c:v>
                </c:pt>
                <c:pt idx="444">
                  <c:v>4.56551298222222</c:v>
                </c:pt>
                <c:pt idx="445">
                  <c:v>4.5757956691191097</c:v>
                </c:pt>
                <c:pt idx="446">
                  <c:v>4.5860783560160101</c:v>
                </c:pt>
                <c:pt idx="447">
                  <c:v>4.5963610429129096</c:v>
                </c:pt>
                <c:pt idx="448">
                  <c:v>4.6066437298098002</c:v>
                </c:pt>
                <c:pt idx="449">
                  <c:v>4.6169264167066997</c:v>
                </c:pt>
                <c:pt idx="450">
                  <c:v>4.6272091036036</c:v>
                </c:pt>
                <c:pt idx="451">
                  <c:v>4.6374917905005004</c:v>
                </c:pt>
                <c:pt idx="452">
                  <c:v>4.6477744773973901</c:v>
                </c:pt>
                <c:pt idx="453">
                  <c:v>4.6580571642942896</c:v>
                </c:pt>
                <c:pt idx="454">
                  <c:v>4.66833985119119</c:v>
                </c:pt>
                <c:pt idx="455">
                  <c:v>4.6786225380880797</c:v>
                </c:pt>
                <c:pt idx="456">
                  <c:v>4.6889052249849801</c:v>
                </c:pt>
                <c:pt idx="457">
                  <c:v>4.6991879118818796</c:v>
                </c:pt>
                <c:pt idx="458">
                  <c:v>4.7094705987787702</c:v>
                </c:pt>
                <c:pt idx="459">
                  <c:v>4.7197532856756697</c:v>
                </c:pt>
                <c:pt idx="460">
                  <c:v>4.73003597257257</c:v>
                </c:pt>
                <c:pt idx="461">
                  <c:v>4.7403186594694597</c:v>
                </c:pt>
                <c:pt idx="462">
                  <c:v>4.7506013463663601</c:v>
                </c:pt>
                <c:pt idx="463">
                  <c:v>4.7608840332632596</c:v>
                </c:pt>
                <c:pt idx="464">
                  <c:v>4.77116672016016</c:v>
                </c:pt>
                <c:pt idx="465">
                  <c:v>4.7814494070570497</c:v>
                </c:pt>
                <c:pt idx="466">
                  <c:v>4.7917320939539501</c:v>
                </c:pt>
                <c:pt idx="467">
                  <c:v>4.8020147808508504</c:v>
                </c:pt>
                <c:pt idx="468">
                  <c:v>4.8122974677477401</c:v>
                </c:pt>
                <c:pt idx="469">
                  <c:v>4.8225801546446396</c:v>
                </c:pt>
                <c:pt idx="470">
                  <c:v>4.83286284154154</c:v>
                </c:pt>
                <c:pt idx="471">
                  <c:v>4.8431455284384297</c:v>
                </c:pt>
                <c:pt idx="472">
                  <c:v>4.8534282153353301</c:v>
                </c:pt>
                <c:pt idx="473">
                  <c:v>4.8637109022322296</c:v>
                </c:pt>
                <c:pt idx="474">
                  <c:v>4.8739935891291202</c:v>
                </c:pt>
                <c:pt idx="475">
                  <c:v>4.8842762760260197</c:v>
                </c:pt>
                <c:pt idx="476">
                  <c:v>4.89455896292292</c:v>
                </c:pt>
                <c:pt idx="477">
                  <c:v>4.9048416498198097</c:v>
                </c:pt>
                <c:pt idx="478">
                  <c:v>4.9151243367167101</c:v>
                </c:pt>
                <c:pt idx="479">
                  <c:v>4.9254070236136096</c:v>
                </c:pt>
                <c:pt idx="480">
                  <c:v>4.93568971051051</c:v>
                </c:pt>
                <c:pt idx="481">
                  <c:v>4.9459723974073997</c:v>
                </c:pt>
                <c:pt idx="482">
                  <c:v>4.9562550843043001</c:v>
                </c:pt>
                <c:pt idx="483">
                  <c:v>4.9665377712012004</c:v>
                </c:pt>
                <c:pt idx="484">
                  <c:v>4.9768204580980901</c:v>
                </c:pt>
                <c:pt idx="485">
                  <c:v>4.9871031449949896</c:v>
                </c:pt>
                <c:pt idx="486">
                  <c:v>4.99738583189189</c:v>
                </c:pt>
                <c:pt idx="487">
                  <c:v>5.0076685187887797</c:v>
                </c:pt>
                <c:pt idx="488">
                  <c:v>5.0179512056856801</c:v>
                </c:pt>
                <c:pt idx="489">
                  <c:v>5.0282338925825796</c:v>
                </c:pt>
                <c:pt idx="490">
                  <c:v>5.0385165794794702</c:v>
                </c:pt>
                <c:pt idx="491">
                  <c:v>5.0487992663763697</c:v>
                </c:pt>
                <c:pt idx="492">
                  <c:v>5.05908195327327</c:v>
                </c:pt>
                <c:pt idx="493">
                  <c:v>5.0693646401701598</c:v>
                </c:pt>
                <c:pt idx="494">
                  <c:v>5.0796473270670601</c:v>
                </c:pt>
                <c:pt idx="495">
                  <c:v>5.0899300139639596</c:v>
                </c:pt>
                <c:pt idx="496">
                  <c:v>5.10021270086086</c:v>
                </c:pt>
                <c:pt idx="497">
                  <c:v>5.1104953877577497</c:v>
                </c:pt>
                <c:pt idx="498">
                  <c:v>5.1207780746546501</c:v>
                </c:pt>
                <c:pt idx="499">
                  <c:v>5.1310607615515504</c:v>
                </c:pt>
                <c:pt idx="500">
                  <c:v>5.1413434484484402</c:v>
                </c:pt>
                <c:pt idx="501">
                  <c:v>5.1516261353453396</c:v>
                </c:pt>
                <c:pt idx="502">
                  <c:v>5.16190882224224</c:v>
                </c:pt>
                <c:pt idx="503">
                  <c:v>5.1721915091391297</c:v>
                </c:pt>
                <c:pt idx="504">
                  <c:v>5.1824741960360301</c:v>
                </c:pt>
                <c:pt idx="505">
                  <c:v>5.1927568829329296</c:v>
                </c:pt>
                <c:pt idx="506">
                  <c:v>5.2030395698298202</c:v>
                </c:pt>
                <c:pt idx="507">
                  <c:v>5.2133222567267197</c:v>
                </c:pt>
                <c:pt idx="508">
                  <c:v>5.22360494362362</c:v>
                </c:pt>
                <c:pt idx="509">
                  <c:v>5.2338876305205204</c:v>
                </c:pt>
                <c:pt idx="510">
                  <c:v>5.2441703174174101</c:v>
                </c:pt>
                <c:pt idx="511">
                  <c:v>5.2544530043143096</c:v>
                </c:pt>
                <c:pt idx="512">
                  <c:v>5.26473569121121</c:v>
                </c:pt>
                <c:pt idx="513">
                  <c:v>5.2750183781080997</c:v>
                </c:pt>
                <c:pt idx="514">
                  <c:v>5.2853010650050001</c:v>
                </c:pt>
                <c:pt idx="515">
                  <c:v>5.2955837519018996</c:v>
                </c:pt>
                <c:pt idx="516">
                  <c:v>5.3058664387987902</c:v>
                </c:pt>
                <c:pt idx="517">
                  <c:v>5.3161491256956896</c:v>
                </c:pt>
                <c:pt idx="518">
                  <c:v>5.32643181259259</c:v>
                </c:pt>
                <c:pt idx="519">
                  <c:v>5.3367144994894797</c:v>
                </c:pt>
                <c:pt idx="520">
                  <c:v>5.3469971863863801</c:v>
                </c:pt>
                <c:pt idx="521">
                  <c:v>5.3572798732832796</c:v>
                </c:pt>
                <c:pt idx="522">
                  <c:v>5.36756256018018</c:v>
                </c:pt>
                <c:pt idx="523">
                  <c:v>5.3778452470770697</c:v>
                </c:pt>
                <c:pt idx="524">
                  <c:v>5.3881279339739701</c:v>
                </c:pt>
                <c:pt idx="525">
                  <c:v>5.3984106208708704</c:v>
                </c:pt>
                <c:pt idx="526">
                  <c:v>5.4086933077677601</c:v>
                </c:pt>
                <c:pt idx="527">
                  <c:v>5.4189759946646596</c:v>
                </c:pt>
                <c:pt idx="528">
                  <c:v>5.42925868156156</c:v>
                </c:pt>
                <c:pt idx="529">
                  <c:v>5.4395413684584497</c:v>
                </c:pt>
                <c:pt idx="530">
                  <c:v>5.4498240553553501</c:v>
                </c:pt>
                <c:pt idx="531">
                  <c:v>5.4601067422522496</c:v>
                </c:pt>
                <c:pt idx="532">
                  <c:v>5.4703894291491402</c:v>
                </c:pt>
                <c:pt idx="533">
                  <c:v>5.4806721160460397</c:v>
                </c:pt>
                <c:pt idx="534">
                  <c:v>5.49095480294294</c:v>
                </c:pt>
                <c:pt idx="535">
                  <c:v>5.5012374898398297</c:v>
                </c:pt>
                <c:pt idx="536">
                  <c:v>5.5115201767367301</c:v>
                </c:pt>
                <c:pt idx="537">
                  <c:v>5.5218028636336296</c:v>
                </c:pt>
                <c:pt idx="538">
                  <c:v>5.53208555053053</c:v>
                </c:pt>
                <c:pt idx="539">
                  <c:v>5.5423682374274197</c:v>
                </c:pt>
                <c:pt idx="540">
                  <c:v>5.5526509243243201</c:v>
                </c:pt>
                <c:pt idx="541">
                  <c:v>5.5629336112212204</c:v>
                </c:pt>
                <c:pt idx="542">
                  <c:v>5.5732162981181101</c:v>
                </c:pt>
                <c:pt idx="543">
                  <c:v>5.5834989850150096</c:v>
                </c:pt>
                <c:pt idx="544">
                  <c:v>5.59378167191191</c:v>
                </c:pt>
                <c:pt idx="545">
                  <c:v>5.6040643588087997</c:v>
                </c:pt>
                <c:pt idx="546">
                  <c:v>5.6143470457057001</c:v>
                </c:pt>
                <c:pt idx="547">
                  <c:v>5.6246297326025996</c:v>
                </c:pt>
                <c:pt idx="548">
                  <c:v>5.6349124194994902</c:v>
                </c:pt>
                <c:pt idx="549">
                  <c:v>5.6451951063963897</c:v>
                </c:pt>
                <c:pt idx="550">
                  <c:v>5.65547779329329</c:v>
                </c:pt>
                <c:pt idx="551">
                  <c:v>5.6657604801901797</c:v>
                </c:pt>
                <c:pt idx="552">
                  <c:v>5.6760431670870801</c:v>
                </c:pt>
                <c:pt idx="553">
                  <c:v>5.6863258539839796</c:v>
                </c:pt>
                <c:pt idx="554">
                  <c:v>5.69660854088088</c:v>
                </c:pt>
                <c:pt idx="555">
                  <c:v>5.7068912277777697</c:v>
                </c:pt>
                <c:pt idx="556">
                  <c:v>5.7171739146746701</c:v>
                </c:pt>
                <c:pt idx="557">
                  <c:v>5.7274566015715704</c:v>
                </c:pt>
                <c:pt idx="558">
                  <c:v>5.7377392884684602</c:v>
                </c:pt>
                <c:pt idx="559">
                  <c:v>5.7480219753653596</c:v>
                </c:pt>
                <c:pt idx="560">
                  <c:v>5.75830466226226</c:v>
                </c:pt>
                <c:pt idx="561">
                  <c:v>5.7685873491591497</c:v>
                </c:pt>
                <c:pt idx="562">
                  <c:v>5.7788700360560501</c:v>
                </c:pt>
                <c:pt idx="563">
                  <c:v>5.7891527229529496</c:v>
                </c:pt>
                <c:pt idx="564">
                  <c:v>5.7994354098498402</c:v>
                </c:pt>
                <c:pt idx="565">
                  <c:v>5.8097180967467397</c:v>
                </c:pt>
                <c:pt idx="566">
                  <c:v>5.82000078364364</c:v>
                </c:pt>
                <c:pt idx="567">
                  <c:v>5.8302834705405404</c:v>
                </c:pt>
                <c:pt idx="568">
                  <c:v>5.8405661574374301</c:v>
                </c:pt>
                <c:pt idx="569">
                  <c:v>5.8508488443343296</c:v>
                </c:pt>
                <c:pt idx="570">
                  <c:v>5.86113153123123</c:v>
                </c:pt>
                <c:pt idx="571">
                  <c:v>5.8714142181281197</c:v>
                </c:pt>
                <c:pt idx="572">
                  <c:v>5.8816969050250201</c:v>
                </c:pt>
                <c:pt idx="573">
                  <c:v>5.8919795919219196</c:v>
                </c:pt>
                <c:pt idx="574">
                  <c:v>5.9022622788188102</c:v>
                </c:pt>
                <c:pt idx="575">
                  <c:v>5.9125449657157096</c:v>
                </c:pt>
                <c:pt idx="576">
                  <c:v>5.92282765261261</c:v>
                </c:pt>
                <c:pt idx="577">
                  <c:v>5.9331103395094997</c:v>
                </c:pt>
                <c:pt idx="578">
                  <c:v>5.9433930264064001</c:v>
                </c:pt>
                <c:pt idx="579">
                  <c:v>5.9536757133032996</c:v>
                </c:pt>
                <c:pt idx="580">
                  <c:v>5.9639584002002</c:v>
                </c:pt>
                <c:pt idx="581">
                  <c:v>5.9742410870970897</c:v>
                </c:pt>
                <c:pt idx="582">
                  <c:v>5.98452377399399</c:v>
                </c:pt>
                <c:pt idx="583">
                  <c:v>5.9948064608908904</c:v>
                </c:pt>
                <c:pt idx="584">
                  <c:v>6.0050891477877801</c:v>
                </c:pt>
                <c:pt idx="585">
                  <c:v>6.0153718346846796</c:v>
                </c:pt>
                <c:pt idx="586">
                  <c:v>6.02565452158158</c:v>
                </c:pt>
                <c:pt idx="587">
                  <c:v>6.0359372084784697</c:v>
                </c:pt>
                <c:pt idx="588">
                  <c:v>6.0462198953753701</c:v>
                </c:pt>
                <c:pt idx="589">
                  <c:v>6.0565025822722696</c:v>
                </c:pt>
                <c:pt idx="590">
                  <c:v>6.0667852691691602</c:v>
                </c:pt>
                <c:pt idx="591">
                  <c:v>6.0770679560660597</c:v>
                </c:pt>
                <c:pt idx="592">
                  <c:v>6.08735064296296</c:v>
                </c:pt>
                <c:pt idx="593">
                  <c:v>6.0976333298598497</c:v>
                </c:pt>
                <c:pt idx="594">
                  <c:v>6.1079160167567501</c:v>
                </c:pt>
                <c:pt idx="595">
                  <c:v>6.1181987036536496</c:v>
                </c:pt>
                <c:pt idx="596">
                  <c:v>6.12848139055055</c:v>
                </c:pt>
                <c:pt idx="597">
                  <c:v>6.1387640774474397</c:v>
                </c:pt>
                <c:pt idx="598">
                  <c:v>6.1490467643443401</c:v>
                </c:pt>
                <c:pt idx="599">
                  <c:v>6.1593294512412404</c:v>
                </c:pt>
                <c:pt idx="600">
                  <c:v>6.1696121381381301</c:v>
                </c:pt>
                <c:pt idx="601">
                  <c:v>6.1798948250350296</c:v>
                </c:pt>
                <c:pt idx="602">
                  <c:v>6.19017751193193</c:v>
                </c:pt>
                <c:pt idx="603">
                  <c:v>6.2004601988288197</c:v>
                </c:pt>
                <c:pt idx="604">
                  <c:v>6.2107428857257201</c:v>
                </c:pt>
                <c:pt idx="605">
                  <c:v>6.2210255726226196</c:v>
                </c:pt>
                <c:pt idx="606">
                  <c:v>6.2313082595195102</c:v>
                </c:pt>
                <c:pt idx="607">
                  <c:v>6.2415909464164097</c:v>
                </c:pt>
                <c:pt idx="608">
                  <c:v>6.25187363331331</c:v>
                </c:pt>
                <c:pt idx="609">
                  <c:v>6.2621563202101997</c:v>
                </c:pt>
                <c:pt idx="610">
                  <c:v>6.2724390071071001</c:v>
                </c:pt>
                <c:pt idx="611">
                  <c:v>6.2827216940039996</c:v>
                </c:pt>
                <c:pt idx="612">
                  <c:v>6.2930043809009</c:v>
                </c:pt>
                <c:pt idx="613">
                  <c:v>6.3032870677977897</c:v>
                </c:pt>
                <c:pt idx="614">
                  <c:v>6.3135697546946901</c:v>
                </c:pt>
                <c:pt idx="615">
                  <c:v>6.3238524415915904</c:v>
                </c:pt>
                <c:pt idx="616">
                  <c:v>6.3341351284884801</c:v>
                </c:pt>
                <c:pt idx="617">
                  <c:v>6.3444178153853796</c:v>
                </c:pt>
                <c:pt idx="618">
                  <c:v>6.35470050228228</c:v>
                </c:pt>
                <c:pt idx="619">
                  <c:v>6.3649831891791697</c:v>
                </c:pt>
                <c:pt idx="620">
                  <c:v>6.3752658760760701</c:v>
                </c:pt>
                <c:pt idx="621">
                  <c:v>6.3855485629729696</c:v>
                </c:pt>
                <c:pt idx="622">
                  <c:v>6.3958312498698602</c:v>
                </c:pt>
                <c:pt idx="623">
                  <c:v>6.4061139367667597</c:v>
                </c:pt>
                <c:pt idx="624">
                  <c:v>6.41639662366366</c:v>
                </c:pt>
                <c:pt idx="625">
                  <c:v>6.4266793105605604</c:v>
                </c:pt>
                <c:pt idx="626">
                  <c:v>6.4369619974574501</c:v>
                </c:pt>
                <c:pt idx="627">
                  <c:v>6.4472446843543496</c:v>
                </c:pt>
                <c:pt idx="628">
                  <c:v>6.45752737125125</c:v>
                </c:pt>
                <c:pt idx="629">
                  <c:v>6.4678100581481397</c:v>
                </c:pt>
                <c:pt idx="630">
                  <c:v>6.4780927450450401</c:v>
                </c:pt>
                <c:pt idx="631">
                  <c:v>6.4883754319419404</c:v>
                </c:pt>
                <c:pt idx="632">
                  <c:v>6.4986581188388302</c:v>
                </c:pt>
                <c:pt idx="633">
                  <c:v>6.5089408057357296</c:v>
                </c:pt>
                <c:pt idx="634">
                  <c:v>6.51922349263263</c:v>
                </c:pt>
                <c:pt idx="635">
                  <c:v>6.5295061795295197</c:v>
                </c:pt>
                <c:pt idx="636">
                  <c:v>6.5397888664264201</c:v>
                </c:pt>
                <c:pt idx="637">
                  <c:v>6.5500715533233196</c:v>
                </c:pt>
                <c:pt idx="638">
                  <c:v>6.56035424022022</c:v>
                </c:pt>
                <c:pt idx="639">
                  <c:v>6.5706369271171097</c:v>
                </c:pt>
                <c:pt idx="640">
                  <c:v>6.58091961401401</c:v>
                </c:pt>
                <c:pt idx="641">
                  <c:v>6.5912023009109104</c:v>
                </c:pt>
                <c:pt idx="642">
                  <c:v>6.6014849878078001</c:v>
                </c:pt>
                <c:pt idx="643">
                  <c:v>6.6117676747046996</c:v>
                </c:pt>
                <c:pt idx="644">
                  <c:v>6.6220503616016</c:v>
                </c:pt>
                <c:pt idx="645">
                  <c:v>6.6323330484984897</c:v>
                </c:pt>
                <c:pt idx="646">
                  <c:v>6.6426157353953901</c:v>
                </c:pt>
                <c:pt idx="647">
                  <c:v>6.6528984222922896</c:v>
                </c:pt>
                <c:pt idx="648">
                  <c:v>6.6631811091891802</c:v>
                </c:pt>
                <c:pt idx="649">
                  <c:v>6.6734637960860796</c:v>
                </c:pt>
                <c:pt idx="650">
                  <c:v>6.68374648298298</c:v>
                </c:pt>
                <c:pt idx="651">
                  <c:v>6.6940291698798697</c:v>
                </c:pt>
                <c:pt idx="652">
                  <c:v>6.7043118567767701</c:v>
                </c:pt>
                <c:pt idx="653">
                  <c:v>6.7145945436736696</c:v>
                </c:pt>
                <c:pt idx="654">
                  <c:v>6.72487723057057</c:v>
                </c:pt>
                <c:pt idx="655">
                  <c:v>6.7351599174674597</c:v>
                </c:pt>
                <c:pt idx="656">
                  <c:v>6.7454426043643601</c:v>
                </c:pt>
                <c:pt idx="657">
                  <c:v>6.7557252912612604</c:v>
                </c:pt>
                <c:pt idx="658">
                  <c:v>6.7660079781581501</c:v>
                </c:pt>
                <c:pt idx="659">
                  <c:v>6.7762906650550496</c:v>
                </c:pt>
                <c:pt idx="660">
                  <c:v>6.78657335195195</c:v>
                </c:pt>
                <c:pt idx="661">
                  <c:v>6.7968560388488397</c:v>
                </c:pt>
                <c:pt idx="662">
                  <c:v>6.8071387257457401</c:v>
                </c:pt>
                <c:pt idx="663">
                  <c:v>6.8174214126426396</c:v>
                </c:pt>
                <c:pt idx="664">
                  <c:v>6.8277040995395302</c:v>
                </c:pt>
                <c:pt idx="665">
                  <c:v>6.8379867864364297</c:v>
                </c:pt>
                <c:pt idx="666">
                  <c:v>6.84826947333333</c:v>
                </c:pt>
                <c:pt idx="667">
                  <c:v>6.8585521602302197</c:v>
                </c:pt>
                <c:pt idx="668">
                  <c:v>6.8688348471271201</c:v>
                </c:pt>
                <c:pt idx="669">
                  <c:v>6.8791175340240196</c:v>
                </c:pt>
                <c:pt idx="670">
                  <c:v>6.88940022092092</c:v>
                </c:pt>
                <c:pt idx="671">
                  <c:v>6.8996829078178097</c:v>
                </c:pt>
                <c:pt idx="672">
                  <c:v>6.9099655947147101</c:v>
                </c:pt>
                <c:pt idx="673">
                  <c:v>6.9202482816116104</c:v>
                </c:pt>
                <c:pt idx="674">
                  <c:v>6.9305309685085001</c:v>
                </c:pt>
                <c:pt idx="675">
                  <c:v>6.9408136554053996</c:v>
                </c:pt>
                <c:pt idx="676">
                  <c:v>6.9510963423023</c:v>
                </c:pt>
                <c:pt idx="677">
                  <c:v>6.9613790291991897</c:v>
                </c:pt>
                <c:pt idx="678">
                  <c:v>6.9716617160960901</c:v>
                </c:pt>
                <c:pt idx="679">
                  <c:v>6.9819444029929896</c:v>
                </c:pt>
                <c:pt idx="680">
                  <c:v>6.9922270898898802</c:v>
                </c:pt>
                <c:pt idx="681">
                  <c:v>7.0025097767867797</c:v>
                </c:pt>
                <c:pt idx="682">
                  <c:v>7.01279246368368</c:v>
                </c:pt>
                <c:pt idx="683">
                  <c:v>7.0230751505805804</c:v>
                </c:pt>
                <c:pt idx="684">
                  <c:v>7.0333578374774701</c:v>
                </c:pt>
                <c:pt idx="685">
                  <c:v>7.0436405243743696</c:v>
                </c:pt>
                <c:pt idx="686">
                  <c:v>7.05392321127127</c:v>
                </c:pt>
                <c:pt idx="687">
                  <c:v>7.0642058981681597</c:v>
                </c:pt>
                <c:pt idx="688">
                  <c:v>7.0744885850650601</c:v>
                </c:pt>
                <c:pt idx="689">
                  <c:v>7.0847712719619604</c:v>
                </c:pt>
                <c:pt idx="690">
                  <c:v>7.0950539588588502</c:v>
                </c:pt>
                <c:pt idx="691">
                  <c:v>7.1053366457557496</c:v>
                </c:pt>
                <c:pt idx="692">
                  <c:v>7.11561933265265</c:v>
                </c:pt>
                <c:pt idx="693">
                  <c:v>7.1259020195495397</c:v>
                </c:pt>
                <c:pt idx="694">
                  <c:v>7.1361847064464401</c:v>
                </c:pt>
                <c:pt idx="695">
                  <c:v>7.1464673933433396</c:v>
                </c:pt>
                <c:pt idx="696">
                  <c:v>7.15675008024024</c:v>
                </c:pt>
                <c:pt idx="697">
                  <c:v>7.1670327671371297</c:v>
                </c:pt>
                <c:pt idx="698">
                  <c:v>7.17731545403403</c:v>
                </c:pt>
                <c:pt idx="699">
                  <c:v>7.1875981409309304</c:v>
                </c:pt>
                <c:pt idx="700">
                  <c:v>7.1978808278278201</c:v>
                </c:pt>
                <c:pt idx="701">
                  <c:v>7.2081635147247196</c:v>
                </c:pt>
                <c:pt idx="702">
                  <c:v>7.21844620162162</c:v>
                </c:pt>
                <c:pt idx="703">
                  <c:v>7.2287288885185097</c:v>
                </c:pt>
                <c:pt idx="704">
                  <c:v>7.2390115754154101</c:v>
                </c:pt>
                <c:pt idx="705">
                  <c:v>7.2492942623123096</c:v>
                </c:pt>
                <c:pt idx="706">
                  <c:v>7.2595769492092002</c:v>
                </c:pt>
                <c:pt idx="707">
                  <c:v>7.2698596361060996</c:v>
                </c:pt>
                <c:pt idx="708">
                  <c:v>7.280142323003</c:v>
                </c:pt>
                <c:pt idx="709">
                  <c:v>7.2904250098998897</c:v>
                </c:pt>
                <c:pt idx="710">
                  <c:v>7.3007076967967901</c:v>
                </c:pt>
                <c:pt idx="711">
                  <c:v>7.3109903836936896</c:v>
                </c:pt>
                <c:pt idx="712">
                  <c:v>7.32127307059059</c:v>
                </c:pt>
                <c:pt idx="713">
                  <c:v>7.3315557574874797</c:v>
                </c:pt>
                <c:pt idx="714">
                  <c:v>7.34183844438438</c:v>
                </c:pt>
                <c:pt idx="715">
                  <c:v>7.3521211312812804</c:v>
                </c:pt>
                <c:pt idx="716">
                  <c:v>7.3624038181781701</c:v>
                </c:pt>
                <c:pt idx="717">
                  <c:v>7.3726865050750696</c:v>
                </c:pt>
                <c:pt idx="718">
                  <c:v>7.38296919197197</c:v>
                </c:pt>
                <c:pt idx="719">
                  <c:v>7.3932518788688597</c:v>
                </c:pt>
                <c:pt idx="720">
                  <c:v>7.4035345657657601</c:v>
                </c:pt>
                <c:pt idx="721">
                  <c:v>7.4138172526626596</c:v>
                </c:pt>
                <c:pt idx="722">
                  <c:v>7.4240999395595502</c:v>
                </c:pt>
                <c:pt idx="723">
                  <c:v>7.4343826264564496</c:v>
                </c:pt>
                <c:pt idx="724">
                  <c:v>7.44466531335335</c:v>
                </c:pt>
                <c:pt idx="725">
                  <c:v>7.4549480002502397</c:v>
                </c:pt>
                <c:pt idx="726">
                  <c:v>7.4652306871471401</c:v>
                </c:pt>
                <c:pt idx="727">
                  <c:v>7.4755133740440396</c:v>
                </c:pt>
                <c:pt idx="728">
                  <c:v>7.48579606094094</c:v>
                </c:pt>
                <c:pt idx="729">
                  <c:v>7.4960787478378297</c:v>
                </c:pt>
                <c:pt idx="730">
                  <c:v>7.5063614347347301</c:v>
                </c:pt>
                <c:pt idx="731">
                  <c:v>7.5166441216316304</c:v>
                </c:pt>
                <c:pt idx="732">
                  <c:v>7.5269268085285201</c:v>
                </c:pt>
                <c:pt idx="733">
                  <c:v>7.5372094954254196</c:v>
                </c:pt>
                <c:pt idx="734">
                  <c:v>7.54749218232232</c:v>
                </c:pt>
                <c:pt idx="735">
                  <c:v>7.5577748692192097</c:v>
                </c:pt>
                <c:pt idx="736">
                  <c:v>7.5680575561161101</c:v>
                </c:pt>
                <c:pt idx="737">
                  <c:v>7.5783402430130096</c:v>
                </c:pt>
                <c:pt idx="738">
                  <c:v>7.5886229299099002</c:v>
                </c:pt>
                <c:pt idx="739">
                  <c:v>7.5989056168067997</c:v>
                </c:pt>
                <c:pt idx="740">
                  <c:v>7.6091883037037</c:v>
                </c:pt>
                <c:pt idx="741">
                  <c:v>7.6194709906006004</c:v>
                </c:pt>
                <c:pt idx="742">
                  <c:v>7.6297536774974901</c:v>
                </c:pt>
                <c:pt idx="743">
                  <c:v>7.6400363643943896</c:v>
                </c:pt>
                <c:pt idx="744">
                  <c:v>7.65031905129129</c:v>
                </c:pt>
                <c:pt idx="745">
                  <c:v>7.6606017381881797</c:v>
                </c:pt>
                <c:pt idx="746">
                  <c:v>7.6708844250850801</c:v>
                </c:pt>
                <c:pt idx="747">
                  <c:v>7.6811671119819804</c:v>
                </c:pt>
                <c:pt idx="748">
                  <c:v>7.6914497988788701</c:v>
                </c:pt>
                <c:pt idx="749">
                  <c:v>7.7017324857757696</c:v>
                </c:pt>
                <c:pt idx="750">
                  <c:v>7.71201517267267</c:v>
                </c:pt>
                <c:pt idx="751">
                  <c:v>7.7222978595695597</c:v>
                </c:pt>
                <c:pt idx="752">
                  <c:v>7.7325805464664601</c:v>
                </c:pt>
                <c:pt idx="753">
                  <c:v>7.7428632333633596</c:v>
                </c:pt>
                <c:pt idx="754">
                  <c:v>7.7531459202602599</c:v>
                </c:pt>
                <c:pt idx="755">
                  <c:v>7.7634286071571497</c:v>
                </c:pt>
                <c:pt idx="756">
                  <c:v>7.77371129405405</c:v>
                </c:pt>
                <c:pt idx="757">
                  <c:v>7.7839939809509504</c:v>
                </c:pt>
                <c:pt idx="758">
                  <c:v>7.7942766678478401</c:v>
                </c:pt>
                <c:pt idx="759">
                  <c:v>7.8045593547447396</c:v>
                </c:pt>
                <c:pt idx="760">
                  <c:v>7.81484204164164</c:v>
                </c:pt>
                <c:pt idx="761">
                  <c:v>7.8251247285385297</c:v>
                </c:pt>
                <c:pt idx="762">
                  <c:v>7.8354074154354301</c:v>
                </c:pt>
                <c:pt idx="763">
                  <c:v>7.8456901023323304</c:v>
                </c:pt>
                <c:pt idx="764">
                  <c:v>7.8559727892292202</c:v>
                </c:pt>
                <c:pt idx="765">
                  <c:v>7.8662554761261196</c:v>
                </c:pt>
                <c:pt idx="766">
                  <c:v>7.87653816302302</c:v>
                </c:pt>
                <c:pt idx="767">
                  <c:v>7.8868208499199097</c:v>
                </c:pt>
                <c:pt idx="768">
                  <c:v>7.8971035368168101</c:v>
                </c:pt>
                <c:pt idx="769">
                  <c:v>7.9073862237137096</c:v>
                </c:pt>
                <c:pt idx="770">
                  <c:v>7.91766891061061</c:v>
                </c:pt>
                <c:pt idx="771">
                  <c:v>7.9279515975074997</c:v>
                </c:pt>
                <c:pt idx="772">
                  <c:v>7.9382342844044</c:v>
                </c:pt>
                <c:pt idx="773">
                  <c:v>7.9485169713013004</c:v>
                </c:pt>
                <c:pt idx="774">
                  <c:v>7.9587996581981901</c:v>
                </c:pt>
                <c:pt idx="775">
                  <c:v>7.9690823450950896</c:v>
                </c:pt>
                <c:pt idx="776">
                  <c:v>7.97936503199199</c:v>
                </c:pt>
                <c:pt idx="777">
                  <c:v>7.9896477188888797</c:v>
                </c:pt>
                <c:pt idx="778">
                  <c:v>7.9999304057857801</c:v>
                </c:pt>
                <c:pt idx="779">
                  <c:v>8.0102130926826796</c:v>
                </c:pt>
                <c:pt idx="780">
                  <c:v>8.0204957795795799</c:v>
                </c:pt>
                <c:pt idx="781">
                  <c:v>8.0307784664764696</c:v>
                </c:pt>
                <c:pt idx="782">
                  <c:v>8.04106115337337</c:v>
                </c:pt>
                <c:pt idx="783">
                  <c:v>8.0513438402702704</c:v>
                </c:pt>
                <c:pt idx="784">
                  <c:v>8.0616265271671601</c:v>
                </c:pt>
                <c:pt idx="785">
                  <c:v>8.0719092140640605</c:v>
                </c:pt>
                <c:pt idx="786">
                  <c:v>8.0821919009609609</c:v>
                </c:pt>
                <c:pt idx="787">
                  <c:v>8.0924745878578506</c:v>
                </c:pt>
                <c:pt idx="788">
                  <c:v>8.1027572747547492</c:v>
                </c:pt>
                <c:pt idx="789">
                  <c:v>8.1130399616516495</c:v>
                </c:pt>
                <c:pt idx="790">
                  <c:v>8.1233226485485392</c:v>
                </c:pt>
                <c:pt idx="791">
                  <c:v>8.1336053354454396</c:v>
                </c:pt>
                <c:pt idx="792">
                  <c:v>8.14388802234234</c:v>
                </c:pt>
                <c:pt idx="793">
                  <c:v>8.1541707092392297</c:v>
                </c:pt>
                <c:pt idx="794">
                  <c:v>8.1644533961361301</c:v>
                </c:pt>
                <c:pt idx="795">
                  <c:v>8.1747360830330305</c:v>
                </c:pt>
                <c:pt idx="796">
                  <c:v>8.1850187699299202</c:v>
                </c:pt>
                <c:pt idx="797">
                  <c:v>8.1953014568268205</c:v>
                </c:pt>
                <c:pt idx="798">
                  <c:v>8.2055841437237191</c:v>
                </c:pt>
                <c:pt idx="799">
                  <c:v>8.2158668306206195</c:v>
                </c:pt>
                <c:pt idx="800">
                  <c:v>8.2261495175175092</c:v>
                </c:pt>
                <c:pt idx="801">
                  <c:v>8.2364322044144096</c:v>
                </c:pt>
                <c:pt idx="802">
                  <c:v>8.24671489131131</c:v>
                </c:pt>
                <c:pt idx="803">
                  <c:v>8.2569975782081997</c:v>
                </c:pt>
                <c:pt idx="804">
                  <c:v>8.2672802651051001</c:v>
                </c:pt>
                <c:pt idx="805">
                  <c:v>8.2775629520020004</c:v>
                </c:pt>
                <c:pt idx="806">
                  <c:v>8.2878456388988901</c:v>
                </c:pt>
                <c:pt idx="807">
                  <c:v>8.2981283257957905</c:v>
                </c:pt>
                <c:pt idx="808">
                  <c:v>8.3084110126926891</c:v>
                </c:pt>
                <c:pt idx="809">
                  <c:v>8.3186936995895895</c:v>
                </c:pt>
                <c:pt idx="810">
                  <c:v>8.3289763864864792</c:v>
                </c:pt>
                <c:pt idx="811">
                  <c:v>8.3392590733833796</c:v>
                </c:pt>
                <c:pt idx="812">
                  <c:v>8.3495417602802799</c:v>
                </c:pt>
                <c:pt idx="813">
                  <c:v>8.3598244471771697</c:v>
                </c:pt>
                <c:pt idx="814">
                  <c:v>8.37010713407407</c:v>
                </c:pt>
                <c:pt idx="815">
                  <c:v>8.3803898209709704</c:v>
                </c:pt>
                <c:pt idx="816">
                  <c:v>8.3906725078678601</c:v>
                </c:pt>
                <c:pt idx="817">
                  <c:v>8.4009551947647605</c:v>
                </c:pt>
                <c:pt idx="818">
                  <c:v>8.4112378816616609</c:v>
                </c:pt>
                <c:pt idx="819">
                  <c:v>8.4215205685585506</c:v>
                </c:pt>
                <c:pt idx="820">
                  <c:v>8.4318032554554492</c:v>
                </c:pt>
                <c:pt idx="821">
                  <c:v>8.4420859423523495</c:v>
                </c:pt>
                <c:pt idx="822">
                  <c:v>8.4523686292492393</c:v>
                </c:pt>
                <c:pt idx="823">
                  <c:v>8.4626513161461396</c:v>
                </c:pt>
                <c:pt idx="824">
                  <c:v>8.47293400304304</c:v>
                </c:pt>
                <c:pt idx="825">
                  <c:v>8.4832166899399297</c:v>
                </c:pt>
                <c:pt idx="826">
                  <c:v>8.4934993768368301</c:v>
                </c:pt>
                <c:pt idx="827">
                  <c:v>8.5037820637337305</c:v>
                </c:pt>
                <c:pt idx="828">
                  <c:v>8.5140647506306308</c:v>
                </c:pt>
                <c:pt idx="829">
                  <c:v>8.5243474375275206</c:v>
                </c:pt>
                <c:pt idx="830">
                  <c:v>8.5346301244244192</c:v>
                </c:pt>
                <c:pt idx="831">
                  <c:v>8.5449128113213195</c:v>
                </c:pt>
                <c:pt idx="832">
                  <c:v>8.5551954982182092</c:v>
                </c:pt>
                <c:pt idx="833">
                  <c:v>8.5654781851151096</c:v>
                </c:pt>
                <c:pt idx="834">
                  <c:v>8.57576087201201</c:v>
                </c:pt>
                <c:pt idx="835">
                  <c:v>8.5860435589088997</c:v>
                </c:pt>
                <c:pt idx="836">
                  <c:v>8.5963262458058001</c:v>
                </c:pt>
                <c:pt idx="837">
                  <c:v>8.6066089327027004</c:v>
                </c:pt>
                <c:pt idx="838">
                  <c:v>8.6168916195995902</c:v>
                </c:pt>
                <c:pt idx="839">
                  <c:v>8.6271743064964905</c:v>
                </c:pt>
                <c:pt idx="840">
                  <c:v>8.6374569933933891</c:v>
                </c:pt>
                <c:pt idx="841">
                  <c:v>8.6477396802902895</c:v>
                </c:pt>
                <c:pt idx="842">
                  <c:v>8.6580223671871792</c:v>
                </c:pt>
                <c:pt idx="843">
                  <c:v>8.6683050540840796</c:v>
                </c:pt>
                <c:pt idx="844">
                  <c:v>8.67858774098098</c:v>
                </c:pt>
                <c:pt idx="845">
                  <c:v>8.6888704278778697</c:v>
                </c:pt>
                <c:pt idx="846">
                  <c:v>8.69915311477477</c:v>
                </c:pt>
                <c:pt idx="847">
                  <c:v>8.7094358016716704</c:v>
                </c:pt>
                <c:pt idx="848">
                  <c:v>8.7197184885685601</c:v>
                </c:pt>
                <c:pt idx="849">
                  <c:v>8.7300011754654605</c:v>
                </c:pt>
                <c:pt idx="850">
                  <c:v>8.7402838623623609</c:v>
                </c:pt>
                <c:pt idx="851">
                  <c:v>8.7505665492592595</c:v>
                </c:pt>
                <c:pt idx="852">
                  <c:v>8.7608492361561492</c:v>
                </c:pt>
                <c:pt idx="853">
                  <c:v>8.7711319230530496</c:v>
                </c:pt>
                <c:pt idx="854">
                  <c:v>8.7814146099499499</c:v>
                </c:pt>
                <c:pt idx="855">
                  <c:v>8.7916972968468396</c:v>
                </c:pt>
                <c:pt idx="856">
                  <c:v>8.80197998374374</c:v>
                </c:pt>
                <c:pt idx="857">
                  <c:v>8.8122626706406404</c:v>
                </c:pt>
                <c:pt idx="858">
                  <c:v>8.8225453575375301</c:v>
                </c:pt>
                <c:pt idx="859">
                  <c:v>8.8328280444344305</c:v>
                </c:pt>
                <c:pt idx="860">
                  <c:v>8.8431107313313309</c:v>
                </c:pt>
                <c:pt idx="861">
                  <c:v>8.8533934182282206</c:v>
                </c:pt>
                <c:pt idx="862">
                  <c:v>8.8636761051251192</c:v>
                </c:pt>
                <c:pt idx="863">
                  <c:v>8.8739587920220195</c:v>
                </c:pt>
                <c:pt idx="864">
                  <c:v>8.8842414789189093</c:v>
                </c:pt>
                <c:pt idx="865">
                  <c:v>8.8945241658158096</c:v>
                </c:pt>
                <c:pt idx="866">
                  <c:v>8.90480685271271</c:v>
                </c:pt>
                <c:pt idx="867">
                  <c:v>8.9150895396095997</c:v>
                </c:pt>
                <c:pt idx="868">
                  <c:v>8.9253722265065001</c:v>
                </c:pt>
                <c:pt idx="869">
                  <c:v>8.9356549134034005</c:v>
                </c:pt>
                <c:pt idx="870">
                  <c:v>8.9459376003002902</c:v>
                </c:pt>
                <c:pt idx="871">
                  <c:v>8.9562202871971905</c:v>
                </c:pt>
                <c:pt idx="872">
                  <c:v>8.9665029740940891</c:v>
                </c:pt>
                <c:pt idx="873">
                  <c:v>8.9767856609909895</c:v>
                </c:pt>
                <c:pt idx="874">
                  <c:v>8.9870683478878792</c:v>
                </c:pt>
                <c:pt idx="875">
                  <c:v>8.9973510347847796</c:v>
                </c:pt>
                <c:pt idx="876">
                  <c:v>9.00763372168168</c:v>
                </c:pt>
                <c:pt idx="877">
                  <c:v>9.0179164085785697</c:v>
                </c:pt>
                <c:pt idx="878">
                  <c:v>9.0281990954754701</c:v>
                </c:pt>
                <c:pt idx="879">
                  <c:v>9.0384817823723704</c:v>
                </c:pt>
                <c:pt idx="880">
                  <c:v>9.0487644692692601</c:v>
                </c:pt>
                <c:pt idx="881">
                  <c:v>9.0590471561661605</c:v>
                </c:pt>
                <c:pt idx="882">
                  <c:v>9.0693298430630591</c:v>
                </c:pt>
                <c:pt idx="883">
                  <c:v>9.0796125299599595</c:v>
                </c:pt>
                <c:pt idx="884">
                  <c:v>9.0898952168568492</c:v>
                </c:pt>
                <c:pt idx="885">
                  <c:v>9.1001779037537496</c:v>
                </c:pt>
                <c:pt idx="886">
                  <c:v>9.1104605906506499</c:v>
                </c:pt>
                <c:pt idx="887">
                  <c:v>9.1207432775475397</c:v>
                </c:pt>
                <c:pt idx="888">
                  <c:v>9.13102596444444</c:v>
                </c:pt>
                <c:pt idx="889">
                  <c:v>9.1413086513413404</c:v>
                </c:pt>
                <c:pt idx="890">
                  <c:v>9.1515913382382301</c:v>
                </c:pt>
                <c:pt idx="891">
                  <c:v>9.1618740251351305</c:v>
                </c:pt>
                <c:pt idx="892">
                  <c:v>9.1721567120320309</c:v>
                </c:pt>
                <c:pt idx="893">
                  <c:v>9.1824393989289206</c:v>
                </c:pt>
                <c:pt idx="894">
                  <c:v>9.1927220858258192</c:v>
                </c:pt>
                <c:pt idx="895">
                  <c:v>9.2030047727227196</c:v>
                </c:pt>
                <c:pt idx="896">
                  <c:v>9.2132874596196093</c:v>
                </c:pt>
                <c:pt idx="897">
                  <c:v>9.2235701465165096</c:v>
                </c:pt>
                <c:pt idx="898">
                  <c:v>9.23385283341341</c:v>
                </c:pt>
                <c:pt idx="899">
                  <c:v>9.2441355203103104</c:v>
                </c:pt>
                <c:pt idx="900">
                  <c:v>9.2544182072072001</c:v>
                </c:pt>
                <c:pt idx="901">
                  <c:v>9.2647008941041005</c:v>
                </c:pt>
                <c:pt idx="902">
                  <c:v>9.2749835810010008</c:v>
                </c:pt>
                <c:pt idx="903">
                  <c:v>9.2852662678978906</c:v>
                </c:pt>
                <c:pt idx="904">
                  <c:v>9.2955489547947892</c:v>
                </c:pt>
                <c:pt idx="905">
                  <c:v>9.3058316416916895</c:v>
                </c:pt>
                <c:pt idx="906">
                  <c:v>9.3161143285885792</c:v>
                </c:pt>
                <c:pt idx="907">
                  <c:v>9.3263970154854796</c:v>
                </c:pt>
                <c:pt idx="908">
                  <c:v>9.33667970238238</c:v>
                </c:pt>
                <c:pt idx="909">
                  <c:v>9.3469623892792697</c:v>
                </c:pt>
                <c:pt idx="910">
                  <c:v>9.3572450761761701</c:v>
                </c:pt>
                <c:pt idx="911">
                  <c:v>9.3675277630730704</c:v>
                </c:pt>
                <c:pt idx="912">
                  <c:v>9.3778104499699602</c:v>
                </c:pt>
                <c:pt idx="913">
                  <c:v>9.3880931368668605</c:v>
                </c:pt>
                <c:pt idx="914">
                  <c:v>9.3983758237637591</c:v>
                </c:pt>
                <c:pt idx="915">
                  <c:v>9.4086585106606595</c:v>
                </c:pt>
                <c:pt idx="916">
                  <c:v>9.4189411975575492</c:v>
                </c:pt>
                <c:pt idx="917">
                  <c:v>9.4292238844544496</c:v>
                </c:pt>
                <c:pt idx="918">
                  <c:v>9.43950657135135</c:v>
                </c:pt>
                <c:pt idx="919">
                  <c:v>9.4497892582482397</c:v>
                </c:pt>
                <c:pt idx="920">
                  <c:v>9.46007194514514</c:v>
                </c:pt>
                <c:pt idx="921">
                  <c:v>9.4703546320420404</c:v>
                </c:pt>
                <c:pt idx="922">
                  <c:v>9.4806373189389301</c:v>
                </c:pt>
                <c:pt idx="923">
                  <c:v>9.4909200058358305</c:v>
                </c:pt>
                <c:pt idx="924">
                  <c:v>9.5012026927327309</c:v>
                </c:pt>
                <c:pt idx="925">
                  <c:v>9.5114853796296295</c:v>
                </c:pt>
                <c:pt idx="926">
                  <c:v>9.5217680665265192</c:v>
                </c:pt>
                <c:pt idx="927">
                  <c:v>9.5320507534234196</c:v>
                </c:pt>
                <c:pt idx="928">
                  <c:v>9.5423334403203199</c:v>
                </c:pt>
                <c:pt idx="929">
                  <c:v>9.5526161272172097</c:v>
                </c:pt>
                <c:pt idx="930">
                  <c:v>9.56289881411411</c:v>
                </c:pt>
                <c:pt idx="931">
                  <c:v>9.5731815010110104</c:v>
                </c:pt>
                <c:pt idx="932">
                  <c:v>9.5834641879079001</c:v>
                </c:pt>
                <c:pt idx="933">
                  <c:v>9.5937468748048005</c:v>
                </c:pt>
                <c:pt idx="934">
                  <c:v>9.6040295617017009</c:v>
                </c:pt>
                <c:pt idx="935">
                  <c:v>9.6143122485985906</c:v>
                </c:pt>
                <c:pt idx="936">
                  <c:v>9.6245949354954892</c:v>
                </c:pt>
                <c:pt idx="937">
                  <c:v>9.6348776223923895</c:v>
                </c:pt>
                <c:pt idx="938">
                  <c:v>9.6451603092892793</c:v>
                </c:pt>
                <c:pt idx="939">
                  <c:v>9.6554429961861796</c:v>
                </c:pt>
                <c:pt idx="940">
                  <c:v>9.66572568308308</c:v>
                </c:pt>
                <c:pt idx="941">
                  <c:v>9.6760083699799697</c:v>
                </c:pt>
                <c:pt idx="942">
                  <c:v>9.6862910568768701</c:v>
                </c:pt>
                <c:pt idx="943">
                  <c:v>9.6965737437737705</c:v>
                </c:pt>
                <c:pt idx="944">
                  <c:v>9.7068564306706708</c:v>
                </c:pt>
                <c:pt idx="945">
                  <c:v>9.7171391175675605</c:v>
                </c:pt>
                <c:pt idx="946">
                  <c:v>9.7274218044644591</c:v>
                </c:pt>
                <c:pt idx="947">
                  <c:v>9.7377044913613595</c:v>
                </c:pt>
                <c:pt idx="948">
                  <c:v>9.7479871782582492</c:v>
                </c:pt>
                <c:pt idx="949">
                  <c:v>9.7582698651551496</c:v>
                </c:pt>
                <c:pt idx="950">
                  <c:v>9.76855255205205</c:v>
                </c:pt>
                <c:pt idx="951">
                  <c:v>9.7788352389489397</c:v>
                </c:pt>
                <c:pt idx="952">
                  <c:v>9.7891179258458401</c:v>
                </c:pt>
                <c:pt idx="953">
                  <c:v>9.7994006127427404</c:v>
                </c:pt>
                <c:pt idx="954">
                  <c:v>9.8096832996396301</c:v>
                </c:pt>
                <c:pt idx="955">
                  <c:v>9.8199659865365305</c:v>
                </c:pt>
                <c:pt idx="956">
                  <c:v>9.8302486734334291</c:v>
                </c:pt>
                <c:pt idx="957">
                  <c:v>9.8405313603303295</c:v>
                </c:pt>
                <c:pt idx="958">
                  <c:v>9.8508140472272192</c:v>
                </c:pt>
                <c:pt idx="959">
                  <c:v>9.8610967341241196</c:v>
                </c:pt>
                <c:pt idx="960">
                  <c:v>9.87137942102102</c:v>
                </c:pt>
                <c:pt idx="961">
                  <c:v>9.8816621079179097</c:v>
                </c:pt>
                <c:pt idx="962">
                  <c:v>9.89194479481481</c:v>
                </c:pt>
                <c:pt idx="963">
                  <c:v>9.9022274817117104</c:v>
                </c:pt>
                <c:pt idx="964">
                  <c:v>9.9125101686086001</c:v>
                </c:pt>
                <c:pt idx="965">
                  <c:v>9.9227928555055005</c:v>
                </c:pt>
                <c:pt idx="966">
                  <c:v>9.9330755424024009</c:v>
                </c:pt>
                <c:pt idx="967">
                  <c:v>9.9433582292992995</c:v>
                </c:pt>
                <c:pt idx="968">
                  <c:v>9.9536409161961892</c:v>
                </c:pt>
                <c:pt idx="969">
                  <c:v>9.9639236030930896</c:v>
                </c:pt>
                <c:pt idx="970">
                  <c:v>9.9742062899899899</c:v>
                </c:pt>
                <c:pt idx="971">
                  <c:v>9.9844889768868796</c:v>
                </c:pt>
                <c:pt idx="972">
                  <c:v>9.99477166378378</c:v>
                </c:pt>
                <c:pt idx="973">
                  <c:v>10.0050543506806</c:v>
                </c:pt>
                <c:pt idx="974">
                  <c:v>10.015337037577501</c:v>
                </c:pt>
                <c:pt idx="975">
                  <c:v>10.025619724474399</c:v>
                </c:pt>
                <c:pt idx="976">
                  <c:v>10.0359024113713</c:v>
                </c:pt>
                <c:pt idx="977">
                  <c:v>10.0461850982682</c:v>
                </c:pt>
                <c:pt idx="978">
                  <c:v>10.056467785165101</c:v>
                </c:pt>
                <c:pt idx="979">
                  <c:v>10.066750472061999</c:v>
                </c:pt>
                <c:pt idx="980">
                  <c:v>10.0770331589589</c:v>
                </c:pt>
                <c:pt idx="981">
                  <c:v>10.0873158458558</c:v>
                </c:pt>
                <c:pt idx="982">
                  <c:v>10.0975985327527</c:v>
                </c:pt>
                <c:pt idx="983">
                  <c:v>10.107881219649601</c:v>
                </c:pt>
                <c:pt idx="984">
                  <c:v>10.118163906546499</c:v>
                </c:pt>
                <c:pt idx="985">
                  <c:v>10.1284465934434</c:v>
                </c:pt>
                <c:pt idx="986">
                  <c:v>10.1387292803403</c:v>
                </c:pt>
                <c:pt idx="987">
                  <c:v>10.1490119672372</c:v>
                </c:pt>
                <c:pt idx="988">
                  <c:v>10.159294654134101</c:v>
                </c:pt>
                <c:pt idx="989">
                  <c:v>10.169577341030999</c:v>
                </c:pt>
                <c:pt idx="990">
                  <c:v>10.1798600279279</c:v>
                </c:pt>
                <c:pt idx="991">
                  <c:v>10.1901427148248</c:v>
                </c:pt>
                <c:pt idx="992">
                  <c:v>10.2004254017217</c:v>
                </c:pt>
                <c:pt idx="993">
                  <c:v>10.210708088618601</c:v>
                </c:pt>
                <c:pt idx="994">
                  <c:v>10.220990775515499</c:v>
                </c:pt>
                <c:pt idx="995">
                  <c:v>10.2312734624124</c:v>
                </c:pt>
                <c:pt idx="996">
                  <c:v>10.2415561493093</c:v>
                </c:pt>
                <c:pt idx="997">
                  <c:v>10.251838836206201</c:v>
                </c:pt>
                <c:pt idx="998">
                  <c:v>10.262121523103101</c:v>
                </c:pt>
                <c:pt idx="999">
                  <c:v>10.272404209999999</c:v>
                </c:pt>
              </c:numCache>
            </c:numRef>
          </c:xVal>
          <c:yVal>
            <c:numRef>
              <c:f>'1.0LiF_plot_data'!$C$2:$C$1001</c:f>
              <c:numCache>
                <c:formatCode>General</c:formatCode>
                <c:ptCount val="10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2.0614983274151E-3</c:v>
                </c:pt>
                <c:pt idx="181">
                  <c:v>2.5775496428140101E-3</c:v>
                </c:pt>
                <c:pt idx="182">
                  <c:v>3.0936009582129202E-3</c:v>
                </c:pt>
                <c:pt idx="183">
                  <c:v>3.6096522736118299E-3</c:v>
                </c:pt>
                <c:pt idx="184">
                  <c:v>4.1257035890107296E-3</c:v>
                </c:pt>
                <c:pt idx="185">
                  <c:v>4.6417549044096501E-3</c:v>
                </c:pt>
                <c:pt idx="186">
                  <c:v>5.1578062198085499E-3</c:v>
                </c:pt>
                <c:pt idx="187">
                  <c:v>5.67385753520746E-3</c:v>
                </c:pt>
                <c:pt idx="188">
                  <c:v>6.1899088506063701E-3</c:v>
                </c:pt>
                <c:pt idx="189">
                  <c:v>6.7059601660052802E-3</c:v>
                </c:pt>
                <c:pt idx="190">
                  <c:v>7.2220114814041799E-3</c:v>
                </c:pt>
                <c:pt idx="191">
                  <c:v>7.7380627968030996E-3</c:v>
                </c:pt>
                <c:pt idx="192">
                  <c:v>9.3096818730584608E-3</c:v>
                </c:pt>
                <c:pt idx="193">
                  <c:v>1.11100536877134E-2</c:v>
                </c:pt>
                <c:pt idx="194">
                  <c:v>1.29104255023684E-2</c:v>
                </c:pt>
                <c:pt idx="195">
                  <c:v>1.4710797317023501E-2</c:v>
                </c:pt>
                <c:pt idx="196">
                  <c:v>1.6511169131678501E-2</c:v>
                </c:pt>
                <c:pt idx="197">
                  <c:v>1.8311540946333499E-2</c:v>
                </c:pt>
                <c:pt idx="198">
                  <c:v>2.01119127609884E-2</c:v>
                </c:pt>
                <c:pt idx="199">
                  <c:v>2.1912284575643402E-2</c:v>
                </c:pt>
                <c:pt idx="200">
                  <c:v>2.37126563902984E-2</c:v>
                </c:pt>
                <c:pt idx="201">
                  <c:v>2.5513028204953499E-2</c:v>
                </c:pt>
                <c:pt idx="202">
                  <c:v>2.73134000196085E-2</c:v>
                </c:pt>
                <c:pt idx="203">
                  <c:v>2.9113771834263499E-2</c:v>
                </c:pt>
                <c:pt idx="204">
                  <c:v>3.2485935956069703E-2</c:v>
                </c:pt>
                <c:pt idx="205">
                  <c:v>3.6691754313517198E-2</c:v>
                </c:pt>
                <c:pt idx="206">
                  <c:v>4.0897572670964701E-2</c:v>
                </c:pt>
                <c:pt idx="207">
                  <c:v>4.5103391028412397E-2</c:v>
                </c:pt>
                <c:pt idx="208">
                  <c:v>4.9309209385859899E-2</c:v>
                </c:pt>
                <c:pt idx="209">
                  <c:v>5.3515027743307401E-2</c:v>
                </c:pt>
                <c:pt idx="210">
                  <c:v>5.7752254174679898E-2</c:v>
                </c:pt>
                <c:pt idx="211">
                  <c:v>6.5393249829023406E-2</c:v>
                </c:pt>
                <c:pt idx="212">
                  <c:v>7.30342454833669E-2</c:v>
                </c:pt>
                <c:pt idx="213">
                  <c:v>8.0675241137710699E-2</c:v>
                </c:pt>
                <c:pt idx="214">
                  <c:v>8.7954913211253302E-2</c:v>
                </c:pt>
                <c:pt idx="215">
                  <c:v>9.5179631615621596E-2</c:v>
                </c:pt>
                <c:pt idx="216">
                  <c:v>0.102404350019989</c:v>
                </c:pt>
                <c:pt idx="217">
                  <c:v>0.109629068424358</c:v>
                </c:pt>
                <c:pt idx="218">
                  <c:v>0.11685378682872601</c:v>
                </c:pt>
                <c:pt idx="219">
                  <c:v>0.125676562771283</c:v>
                </c:pt>
                <c:pt idx="220">
                  <c:v>0.134707461036602</c:v>
                </c:pt>
                <c:pt idx="221">
                  <c:v>0.14373835930192</c:v>
                </c:pt>
                <c:pt idx="222">
                  <c:v>0.152769257567239</c:v>
                </c:pt>
                <c:pt idx="223">
                  <c:v>0.161800155832557</c:v>
                </c:pt>
                <c:pt idx="224">
                  <c:v>0.172658819627725</c:v>
                </c:pt>
                <c:pt idx="225">
                  <c:v>0.18371706236882199</c:v>
                </c:pt>
                <c:pt idx="226">
                  <c:v>0.194775305109918</c:v>
                </c:pt>
                <c:pt idx="227">
                  <c:v>0.20583354785101399</c:v>
                </c:pt>
                <c:pt idx="228">
                  <c:v>0.216891790592111</c:v>
                </c:pt>
                <c:pt idx="229">
                  <c:v>0.22829300844296899</c:v>
                </c:pt>
                <c:pt idx="230">
                  <c:v>0.24325735521467201</c:v>
                </c:pt>
                <c:pt idx="231">
                  <c:v>0.25822170198637401</c:v>
                </c:pt>
                <c:pt idx="232">
                  <c:v>0.27151021830678002</c:v>
                </c:pt>
                <c:pt idx="233">
                  <c:v>0.28183124480729399</c:v>
                </c:pt>
                <c:pt idx="234">
                  <c:v>0.29215227130780802</c:v>
                </c:pt>
                <c:pt idx="235">
                  <c:v>0.30213648255422698</c:v>
                </c:pt>
                <c:pt idx="236">
                  <c:v>0.31142540638447602</c:v>
                </c:pt>
                <c:pt idx="237">
                  <c:v>0.32071433021472401</c:v>
                </c:pt>
                <c:pt idx="238">
                  <c:v>0.33000325404497299</c:v>
                </c:pt>
                <c:pt idx="239">
                  <c:v>0.33929217787522098</c:v>
                </c:pt>
                <c:pt idx="240">
                  <c:v>0.35003715449669198</c:v>
                </c:pt>
                <c:pt idx="241">
                  <c:v>0.36474461750383302</c:v>
                </c:pt>
                <c:pt idx="242">
                  <c:v>0.37945208051097501</c:v>
                </c:pt>
                <c:pt idx="243">
                  <c:v>0.394159543518116</c:v>
                </c:pt>
                <c:pt idx="244">
                  <c:v>0.40789050093043899</c:v>
                </c:pt>
                <c:pt idx="245">
                  <c:v>0.41821152721003402</c:v>
                </c:pt>
                <c:pt idx="246">
                  <c:v>0.42853255348962899</c:v>
                </c:pt>
                <c:pt idx="247">
                  <c:v>0.43980715513431501</c:v>
                </c:pt>
                <c:pt idx="248">
                  <c:v>0.45519914900227998</c:v>
                </c:pt>
                <c:pt idx="249">
                  <c:v>0.46822258334629202</c:v>
                </c:pt>
                <c:pt idx="250">
                  <c:v>0.47981577314941098</c:v>
                </c:pt>
                <c:pt idx="251">
                  <c:v>0.49038121944081497</c:v>
                </c:pt>
                <c:pt idx="252">
                  <c:v>0.49868964579139502</c:v>
                </c:pt>
                <c:pt idx="253">
                  <c:v>0.50699807214197501</c:v>
                </c:pt>
                <c:pt idx="254">
                  <c:v>0.51530649849255505</c:v>
                </c:pt>
                <c:pt idx="255">
                  <c:v>0.52333206629636098</c:v>
                </c:pt>
                <c:pt idx="256">
                  <c:v>0.52987485981446403</c:v>
                </c:pt>
                <c:pt idx="257">
                  <c:v>0.53641765333256697</c:v>
                </c:pt>
                <c:pt idx="258">
                  <c:v>0.54296044685067002</c:v>
                </c:pt>
                <c:pt idx="259">
                  <c:v>0.54950324036877296</c:v>
                </c:pt>
                <c:pt idx="260">
                  <c:v>0.55604603388687601</c:v>
                </c:pt>
                <c:pt idx="261">
                  <c:v>0.56129633032926596</c:v>
                </c:pt>
                <c:pt idx="262">
                  <c:v>0.56410844277319405</c:v>
                </c:pt>
                <c:pt idx="263">
                  <c:v>0.56692055521712204</c:v>
                </c:pt>
                <c:pt idx="264">
                  <c:v>0.56973266766105002</c:v>
                </c:pt>
                <c:pt idx="265">
                  <c:v>0.572544780104978</c:v>
                </c:pt>
                <c:pt idx="266">
                  <c:v>0.57535689254890598</c:v>
                </c:pt>
                <c:pt idx="267">
                  <c:v>0.57816900499283397</c:v>
                </c:pt>
                <c:pt idx="268">
                  <c:v>0.58098111743676195</c:v>
                </c:pt>
                <c:pt idx="269">
                  <c:v>0.58379322988069005</c:v>
                </c:pt>
                <c:pt idx="270">
                  <c:v>0.58660534232461803</c:v>
                </c:pt>
                <c:pt idx="271">
                  <c:v>0.58941745476854601</c:v>
                </c:pt>
                <c:pt idx="272">
                  <c:v>0.592229567212474</c:v>
                </c:pt>
                <c:pt idx="273">
                  <c:v>0.59504167965640198</c:v>
                </c:pt>
                <c:pt idx="274">
                  <c:v>0.59403430574438998</c:v>
                </c:pt>
                <c:pt idx="275">
                  <c:v>0.59254718776901905</c:v>
                </c:pt>
                <c:pt idx="276">
                  <c:v>0.591060069793647</c:v>
                </c:pt>
                <c:pt idx="277">
                  <c:v>0.58957295181827596</c:v>
                </c:pt>
                <c:pt idx="278">
                  <c:v>0.58808583384290403</c:v>
                </c:pt>
                <c:pt idx="279">
                  <c:v>0.58659871586753298</c:v>
                </c:pt>
                <c:pt idx="280">
                  <c:v>0.58511159789216205</c:v>
                </c:pt>
                <c:pt idx="281">
                  <c:v>0.58362447991679001</c:v>
                </c:pt>
                <c:pt idx="282">
                  <c:v>0.58213736194141896</c:v>
                </c:pt>
                <c:pt idx="283">
                  <c:v>0.58065024396604703</c:v>
                </c:pt>
                <c:pt idx="284">
                  <c:v>0.57916312599067599</c:v>
                </c:pt>
                <c:pt idx="285">
                  <c:v>0.57767600801530405</c:v>
                </c:pt>
                <c:pt idx="286">
                  <c:v>0.57618889003993301</c:v>
                </c:pt>
                <c:pt idx="287">
                  <c:v>0.57470177206456197</c:v>
                </c:pt>
                <c:pt idx="288">
                  <c:v>0.57147504118326398</c:v>
                </c:pt>
                <c:pt idx="289">
                  <c:v>0.56772663202665297</c:v>
                </c:pt>
                <c:pt idx="290">
                  <c:v>0.56397822287004196</c:v>
                </c:pt>
                <c:pt idx="291">
                  <c:v>0.56022981371343095</c:v>
                </c:pt>
                <c:pt idx="292">
                  <c:v>0.55648140455681905</c:v>
                </c:pt>
                <c:pt idx="293">
                  <c:v>0.55273299540020804</c:v>
                </c:pt>
                <c:pt idx="294">
                  <c:v>0.54898458624359703</c:v>
                </c:pt>
                <c:pt idx="295">
                  <c:v>0.54523617708698602</c:v>
                </c:pt>
                <c:pt idx="296">
                  <c:v>0.54148776793037501</c:v>
                </c:pt>
                <c:pt idx="297">
                  <c:v>0.53773836823249999</c:v>
                </c:pt>
                <c:pt idx="298">
                  <c:v>0.533988395241068</c:v>
                </c:pt>
                <c:pt idx="299">
                  <c:v>0.53023842224963702</c:v>
                </c:pt>
                <c:pt idx="300">
                  <c:v>0.52648844925820504</c:v>
                </c:pt>
                <c:pt idx="301">
                  <c:v>0.52273847626677294</c:v>
                </c:pt>
                <c:pt idx="302">
                  <c:v>0.51769492277426798</c:v>
                </c:pt>
                <c:pt idx="303">
                  <c:v>0.51195540650241</c:v>
                </c:pt>
                <c:pt idx="304">
                  <c:v>0.50621589023055302</c:v>
                </c:pt>
                <c:pt idx="305">
                  <c:v>0.50047637395869504</c:v>
                </c:pt>
                <c:pt idx="306">
                  <c:v>0.49473685768683701</c:v>
                </c:pt>
                <c:pt idx="307">
                  <c:v>0.48899734141498002</c:v>
                </c:pt>
                <c:pt idx="308">
                  <c:v>0.48325782514312199</c:v>
                </c:pt>
                <c:pt idx="309">
                  <c:v>0.47751830887126401</c:v>
                </c:pt>
                <c:pt idx="310">
                  <c:v>0.47250262093054701</c:v>
                </c:pt>
                <c:pt idx="311">
                  <c:v>0.46829167387118797</c:v>
                </c:pt>
                <c:pt idx="312">
                  <c:v>0.46408072681182799</c:v>
                </c:pt>
                <c:pt idx="313">
                  <c:v>0.45986977975246801</c:v>
                </c:pt>
                <c:pt idx="314">
                  <c:v>0.45565883269310797</c:v>
                </c:pt>
                <c:pt idx="315">
                  <c:v>0.45144788563374799</c:v>
                </c:pt>
                <c:pt idx="316">
                  <c:v>0.44723693857438901</c:v>
                </c:pt>
                <c:pt idx="317">
                  <c:v>0.44302599151502903</c:v>
                </c:pt>
                <c:pt idx="318">
                  <c:v>0.43881504445566899</c:v>
                </c:pt>
                <c:pt idx="319">
                  <c:v>0.43460409739630901</c:v>
                </c:pt>
                <c:pt idx="320">
                  <c:v>0.43039315033694903</c:v>
                </c:pt>
                <c:pt idx="321">
                  <c:v>0.42618220327758999</c:v>
                </c:pt>
                <c:pt idx="322">
                  <c:v>0.42280446969270402</c:v>
                </c:pt>
                <c:pt idx="323">
                  <c:v>0.41975507554392999</c:v>
                </c:pt>
                <c:pt idx="324">
                  <c:v>0.41670568139515601</c:v>
                </c:pt>
                <c:pt idx="325">
                  <c:v>0.41365628724638198</c:v>
                </c:pt>
                <c:pt idx="326">
                  <c:v>0.41060689309760801</c:v>
                </c:pt>
                <c:pt idx="327">
                  <c:v>0.40755749894883397</c:v>
                </c:pt>
                <c:pt idx="328">
                  <c:v>0.40450810480006</c:v>
                </c:pt>
                <c:pt idx="329">
                  <c:v>0.40145871065128602</c:v>
                </c:pt>
                <c:pt idx="330">
                  <c:v>0.39840931650251199</c:v>
                </c:pt>
                <c:pt idx="331">
                  <c:v>0.39548761533840898</c:v>
                </c:pt>
                <c:pt idx="332">
                  <c:v>0.39265783936431697</c:v>
                </c:pt>
                <c:pt idx="333">
                  <c:v>0.38982806339022402</c:v>
                </c:pt>
                <c:pt idx="334">
                  <c:v>0.38699828741613201</c:v>
                </c:pt>
                <c:pt idx="335">
                  <c:v>0.38416851144204001</c:v>
                </c:pt>
                <c:pt idx="336">
                  <c:v>0.381338735467948</c:v>
                </c:pt>
                <c:pt idx="337">
                  <c:v>0.37850895949385499</c:v>
                </c:pt>
                <c:pt idx="338">
                  <c:v>0.37567918351976298</c:v>
                </c:pt>
                <c:pt idx="339">
                  <c:v>0.37284940754567097</c:v>
                </c:pt>
                <c:pt idx="340">
                  <c:v>0.37001963157157902</c:v>
                </c:pt>
                <c:pt idx="341">
                  <c:v>0.36718985559748601</c:v>
                </c:pt>
                <c:pt idx="342">
                  <c:v>0.36485365349835602</c:v>
                </c:pt>
                <c:pt idx="343">
                  <c:v>0.362653063191272</c:v>
                </c:pt>
                <c:pt idx="344">
                  <c:v>0.36045247288418902</c:v>
                </c:pt>
                <c:pt idx="345">
                  <c:v>0.358251882577105</c:v>
                </c:pt>
                <c:pt idx="346">
                  <c:v>0.35605129227002202</c:v>
                </c:pt>
                <c:pt idx="347">
                  <c:v>0.353850701962938</c:v>
                </c:pt>
                <c:pt idx="348">
                  <c:v>0.35165011165585502</c:v>
                </c:pt>
                <c:pt idx="349">
                  <c:v>0.349449521348771</c:v>
                </c:pt>
                <c:pt idx="350">
                  <c:v>0.34724893104168703</c:v>
                </c:pt>
                <c:pt idx="351">
                  <c:v>0.345048340734604</c:v>
                </c:pt>
                <c:pt idx="352">
                  <c:v>0.34284775042752003</c:v>
                </c:pt>
                <c:pt idx="353">
                  <c:v>0.340647160120437</c:v>
                </c:pt>
                <c:pt idx="354">
                  <c:v>0.33848784990001601</c:v>
                </c:pt>
                <c:pt idx="355">
                  <c:v>0.336413720555995</c:v>
                </c:pt>
                <c:pt idx="356">
                  <c:v>0.33433959121197399</c:v>
                </c:pt>
                <c:pt idx="357">
                  <c:v>0.33226546186795303</c:v>
                </c:pt>
                <c:pt idx="358">
                  <c:v>0.33019133252393201</c:v>
                </c:pt>
                <c:pt idx="359">
                  <c:v>0.328117203179911</c:v>
                </c:pt>
                <c:pt idx="360">
                  <c:v>0.32604307383588998</c:v>
                </c:pt>
                <c:pt idx="361">
                  <c:v>0.32396894449186903</c:v>
                </c:pt>
                <c:pt idx="362">
                  <c:v>0.32189481514784801</c:v>
                </c:pt>
                <c:pt idx="363">
                  <c:v>0.319820685803827</c:v>
                </c:pt>
                <c:pt idx="364">
                  <c:v>0.31774655645980598</c:v>
                </c:pt>
                <c:pt idx="365">
                  <c:v>0.31567242711578503</c:v>
                </c:pt>
                <c:pt idx="366">
                  <c:v>0.31359829777176401</c:v>
                </c:pt>
                <c:pt idx="367">
                  <c:v>0.311524168427744</c:v>
                </c:pt>
                <c:pt idx="368">
                  <c:v>0.30939548271359801</c:v>
                </c:pt>
                <c:pt idx="369">
                  <c:v>0.30719864736928099</c:v>
                </c:pt>
                <c:pt idx="370">
                  <c:v>0.30500181202496401</c:v>
                </c:pt>
                <c:pt idx="371">
                  <c:v>0.30280497668064599</c:v>
                </c:pt>
                <c:pt idx="372">
                  <c:v>0.30060814133632902</c:v>
                </c:pt>
                <c:pt idx="373">
                  <c:v>0.29841130599201199</c:v>
                </c:pt>
                <c:pt idx="374">
                  <c:v>0.29621447064769502</c:v>
                </c:pt>
                <c:pt idx="375">
                  <c:v>0.29401763530337699</c:v>
                </c:pt>
                <c:pt idx="376">
                  <c:v>0.29182079995906002</c:v>
                </c:pt>
                <c:pt idx="377">
                  <c:v>0.28962396461474299</c:v>
                </c:pt>
                <c:pt idx="378">
                  <c:v>0.28742712927042502</c:v>
                </c:pt>
                <c:pt idx="379">
                  <c:v>0.28523029392610799</c:v>
                </c:pt>
                <c:pt idx="380">
                  <c:v>0.28303345858179102</c:v>
                </c:pt>
                <c:pt idx="381">
                  <c:v>0.28142577615312397</c:v>
                </c:pt>
                <c:pt idx="382">
                  <c:v>0.28001523765852998</c:v>
                </c:pt>
                <c:pt idx="383">
                  <c:v>0.27860469916393499</c:v>
                </c:pt>
                <c:pt idx="384">
                  <c:v>0.27719416066934099</c:v>
                </c:pt>
                <c:pt idx="385">
                  <c:v>0.275783622174746</c:v>
                </c:pt>
                <c:pt idx="386">
                  <c:v>0.27437308368015201</c:v>
                </c:pt>
                <c:pt idx="387">
                  <c:v>0.27296254518555702</c:v>
                </c:pt>
                <c:pt idx="388">
                  <c:v>0.27155200669096302</c:v>
                </c:pt>
                <c:pt idx="389">
                  <c:v>0.27014146819636797</c:v>
                </c:pt>
                <c:pt idx="390">
                  <c:v>0.26873092970177398</c:v>
                </c:pt>
                <c:pt idx="391">
                  <c:v>0.26732039120717899</c:v>
                </c:pt>
                <c:pt idx="392">
                  <c:v>0.26590985271258499</c:v>
                </c:pt>
                <c:pt idx="393">
                  <c:v>0.26449931421799</c:v>
                </c:pt>
                <c:pt idx="394">
                  <c:v>0.26308877572339601</c:v>
                </c:pt>
                <c:pt idx="395">
                  <c:v>0.26167823722880101</c:v>
                </c:pt>
                <c:pt idx="396">
                  <c:v>0.26026769873420702</c:v>
                </c:pt>
                <c:pt idx="397">
                  <c:v>0.25885716023961203</c:v>
                </c:pt>
                <c:pt idx="398">
                  <c:v>0.25744662174501798</c:v>
                </c:pt>
                <c:pt idx="399">
                  <c:v>0.25603608325042299</c:v>
                </c:pt>
                <c:pt idx="400">
                  <c:v>0.25481604247436901</c:v>
                </c:pt>
                <c:pt idx="401">
                  <c:v>0.253830853582385</c:v>
                </c:pt>
                <c:pt idx="402">
                  <c:v>0.25284566469040098</c:v>
                </c:pt>
                <c:pt idx="403">
                  <c:v>0.25186047579841703</c:v>
                </c:pt>
                <c:pt idx="404">
                  <c:v>0.25087528690643301</c:v>
                </c:pt>
                <c:pt idx="405">
                  <c:v>0.249890098014449</c:v>
                </c:pt>
                <c:pt idx="406">
                  <c:v>0.24890490912246499</c:v>
                </c:pt>
                <c:pt idx="407">
                  <c:v>0.24791972023048101</c:v>
                </c:pt>
                <c:pt idx="408">
                  <c:v>0.24693453133849699</c:v>
                </c:pt>
                <c:pt idx="409">
                  <c:v>0.24594934244651301</c:v>
                </c:pt>
                <c:pt idx="410">
                  <c:v>0.244964153554529</c:v>
                </c:pt>
                <c:pt idx="411">
                  <c:v>0.24397896466254401</c:v>
                </c:pt>
                <c:pt idx="412">
                  <c:v>0.24299377577056</c:v>
                </c:pt>
                <c:pt idx="413">
                  <c:v>0.24200858687857599</c:v>
                </c:pt>
                <c:pt idx="414">
                  <c:v>0.241023397986592</c:v>
                </c:pt>
                <c:pt idx="415">
                  <c:v>0.24003820909460799</c:v>
                </c:pt>
                <c:pt idx="416">
                  <c:v>0.23905302020262401</c:v>
                </c:pt>
                <c:pt idx="417">
                  <c:v>0.23806783131063999</c:v>
                </c:pt>
                <c:pt idx="418">
                  <c:v>0.23708264241865601</c:v>
                </c:pt>
                <c:pt idx="419">
                  <c:v>0.236097453526672</c:v>
                </c:pt>
                <c:pt idx="420">
                  <c:v>0.23511226463468801</c:v>
                </c:pt>
                <c:pt idx="421">
                  <c:v>0.234127075742704</c:v>
                </c:pt>
                <c:pt idx="422">
                  <c:v>0.23343862889904601</c:v>
                </c:pt>
                <c:pt idx="423">
                  <c:v>0.23398048279105799</c:v>
                </c:pt>
                <c:pt idx="424">
                  <c:v>0.23452233668306999</c:v>
                </c:pt>
                <c:pt idx="425">
                  <c:v>0.23506419057508199</c:v>
                </c:pt>
                <c:pt idx="426">
                  <c:v>0.23560604446709399</c:v>
                </c:pt>
                <c:pt idx="427">
                  <c:v>0.23614789835910599</c:v>
                </c:pt>
                <c:pt idx="428">
                  <c:v>0.23668975225111799</c:v>
                </c:pt>
                <c:pt idx="429">
                  <c:v>0.23723160614312999</c:v>
                </c:pt>
                <c:pt idx="430">
                  <c:v>0.23777346003514199</c:v>
                </c:pt>
                <c:pt idx="431">
                  <c:v>0.23831531392715399</c:v>
                </c:pt>
                <c:pt idx="432">
                  <c:v>0.23885716781916599</c:v>
                </c:pt>
                <c:pt idx="433">
                  <c:v>0.239399021711178</c:v>
                </c:pt>
                <c:pt idx="434">
                  <c:v>0.23994087560319</c:v>
                </c:pt>
                <c:pt idx="435">
                  <c:v>0.240482729495202</c:v>
                </c:pt>
                <c:pt idx="436">
                  <c:v>0.241024583387214</c:v>
                </c:pt>
                <c:pt idx="437">
                  <c:v>0.241566437279226</c:v>
                </c:pt>
                <c:pt idx="438">
                  <c:v>0.242108291171238</c:v>
                </c:pt>
                <c:pt idx="439">
                  <c:v>0.24265014506325</c:v>
                </c:pt>
                <c:pt idx="440">
                  <c:v>0.243191998955262</c:v>
                </c:pt>
                <c:pt idx="441">
                  <c:v>0.243733852847274</c:v>
                </c:pt>
                <c:pt idx="442">
                  <c:v>0.244275706739286</c:v>
                </c:pt>
                <c:pt idx="443">
                  <c:v>0.24555790527841101</c:v>
                </c:pt>
                <c:pt idx="444">
                  <c:v>0.246867881714364</c:v>
                </c:pt>
                <c:pt idx="445">
                  <c:v>0.24817785815031801</c:v>
                </c:pt>
                <c:pt idx="446">
                  <c:v>0.249487834586271</c:v>
                </c:pt>
                <c:pt idx="447">
                  <c:v>0.25079781102222398</c:v>
                </c:pt>
                <c:pt idx="448">
                  <c:v>0.25210778745817702</c:v>
                </c:pt>
                <c:pt idx="449">
                  <c:v>0.25341776389413001</c:v>
                </c:pt>
                <c:pt idx="450">
                  <c:v>0.254727740330083</c:v>
                </c:pt>
                <c:pt idx="451">
                  <c:v>0.25603771676603598</c:v>
                </c:pt>
                <c:pt idx="452">
                  <c:v>0.25734769320198903</c:v>
                </c:pt>
                <c:pt idx="453">
                  <c:v>0.25865766963794301</c:v>
                </c:pt>
                <c:pt idx="454">
                  <c:v>0.259967646073896</c:v>
                </c:pt>
                <c:pt idx="455">
                  <c:v>0.26127762250984898</c:v>
                </c:pt>
                <c:pt idx="456">
                  <c:v>0.26398224314499802</c:v>
                </c:pt>
                <c:pt idx="457">
                  <c:v>0.26700550078540902</c:v>
                </c:pt>
                <c:pt idx="458">
                  <c:v>0.27002875842581903</c:v>
                </c:pt>
                <c:pt idx="459">
                  <c:v>0.27305201606622997</c:v>
                </c:pt>
                <c:pt idx="460">
                  <c:v>0.27607527370664098</c:v>
                </c:pt>
                <c:pt idx="461">
                  <c:v>0.27909853134705098</c:v>
                </c:pt>
                <c:pt idx="462">
                  <c:v>0.28212178898746199</c:v>
                </c:pt>
                <c:pt idx="463">
                  <c:v>0.284694687682711</c:v>
                </c:pt>
                <c:pt idx="464">
                  <c:v>0.28686210325702799</c:v>
                </c:pt>
                <c:pt idx="465">
                  <c:v>0.28902951883134498</c:v>
                </c:pt>
                <c:pt idx="466">
                  <c:v>0.29119693440566302</c:v>
                </c:pt>
                <c:pt idx="467">
                  <c:v>0.29336434997998001</c:v>
                </c:pt>
                <c:pt idx="468">
                  <c:v>0.295531765554297</c:v>
                </c:pt>
                <c:pt idx="469">
                  <c:v>0.29769918112861399</c:v>
                </c:pt>
                <c:pt idx="470">
                  <c:v>0.29986659670293198</c:v>
                </c:pt>
                <c:pt idx="471">
                  <c:v>0.30203401227724902</c:v>
                </c:pt>
                <c:pt idx="472">
                  <c:v>0.30420142785156701</c:v>
                </c:pt>
                <c:pt idx="473">
                  <c:v>0.306368843425884</c:v>
                </c:pt>
                <c:pt idx="474">
                  <c:v>0.30853625900020099</c:v>
                </c:pt>
                <c:pt idx="475">
                  <c:v>0.31070367457451897</c:v>
                </c:pt>
                <c:pt idx="476">
                  <c:v>0.31287109014883602</c:v>
                </c:pt>
                <c:pt idx="477">
                  <c:v>0.31503850572315301</c:v>
                </c:pt>
                <c:pt idx="478">
                  <c:v>0.31720592129746999</c:v>
                </c:pt>
                <c:pt idx="479">
                  <c:v>0.31937333687178798</c:v>
                </c:pt>
                <c:pt idx="480">
                  <c:v>0.32154075244610503</c:v>
                </c:pt>
                <c:pt idx="481">
                  <c:v>0.32370816802042202</c:v>
                </c:pt>
                <c:pt idx="482">
                  <c:v>0.32589265726997702</c:v>
                </c:pt>
                <c:pt idx="483">
                  <c:v>0.32817618439644902</c:v>
                </c:pt>
                <c:pt idx="484">
                  <c:v>0.33045971152292197</c:v>
                </c:pt>
                <c:pt idx="485">
                  <c:v>0.33274323864939398</c:v>
                </c:pt>
                <c:pt idx="486">
                  <c:v>0.33502676577586599</c:v>
                </c:pt>
                <c:pt idx="487">
                  <c:v>0.33731029290233899</c:v>
                </c:pt>
                <c:pt idx="488">
                  <c:v>0.339593820028811</c:v>
                </c:pt>
                <c:pt idx="489">
                  <c:v>0.34187734715528301</c:v>
                </c:pt>
                <c:pt idx="490">
                  <c:v>0.34416087428175501</c:v>
                </c:pt>
                <c:pt idx="491">
                  <c:v>0.34644440140822802</c:v>
                </c:pt>
                <c:pt idx="492">
                  <c:v>0.34872792853470003</c:v>
                </c:pt>
                <c:pt idx="493">
                  <c:v>0.35101145566117198</c:v>
                </c:pt>
                <c:pt idx="494">
                  <c:v>0.35329498278764498</c:v>
                </c:pt>
                <c:pt idx="495">
                  <c:v>0.35533797224248498</c:v>
                </c:pt>
                <c:pt idx="496">
                  <c:v>0.35713186494928301</c:v>
                </c:pt>
                <c:pt idx="497">
                  <c:v>0.35892575765608198</c:v>
                </c:pt>
                <c:pt idx="498">
                  <c:v>0.36071965036288101</c:v>
                </c:pt>
                <c:pt idx="499">
                  <c:v>0.36251354306967998</c:v>
                </c:pt>
                <c:pt idx="500">
                  <c:v>0.364307435776479</c:v>
                </c:pt>
                <c:pt idx="501">
                  <c:v>0.36610132848327698</c:v>
                </c:pt>
                <c:pt idx="502">
                  <c:v>0.367895221190076</c:v>
                </c:pt>
                <c:pt idx="503">
                  <c:v>0.36968911389687498</c:v>
                </c:pt>
                <c:pt idx="504">
                  <c:v>0.371483006603674</c:v>
                </c:pt>
                <c:pt idx="505">
                  <c:v>0.37327689931047298</c:v>
                </c:pt>
                <c:pt idx="506">
                  <c:v>0.375070792017271</c:v>
                </c:pt>
                <c:pt idx="507">
                  <c:v>0.37686468472406998</c:v>
                </c:pt>
                <c:pt idx="508">
                  <c:v>0.378658577430869</c:v>
                </c:pt>
                <c:pt idx="509">
                  <c:v>0.38045247013766798</c:v>
                </c:pt>
                <c:pt idx="510">
                  <c:v>0.38185635237263299</c:v>
                </c:pt>
                <c:pt idx="511">
                  <c:v>0.38293015408167502</c:v>
                </c:pt>
                <c:pt idx="512">
                  <c:v>0.384003955790717</c:v>
                </c:pt>
                <c:pt idx="513">
                  <c:v>0.38507775749975998</c:v>
                </c:pt>
                <c:pt idx="514">
                  <c:v>0.38615155920880201</c:v>
                </c:pt>
                <c:pt idx="515">
                  <c:v>0.38722536091784399</c:v>
                </c:pt>
                <c:pt idx="516">
                  <c:v>0.38829916262688602</c:v>
                </c:pt>
                <c:pt idx="517">
                  <c:v>0.38937296433592899</c:v>
                </c:pt>
                <c:pt idx="518">
                  <c:v>0.39044676604497103</c:v>
                </c:pt>
                <c:pt idx="519">
                  <c:v>0.391520567754013</c:v>
                </c:pt>
                <c:pt idx="520">
                  <c:v>0.39259436946305498</c:v>
                </c:pt>
                <c:pt idx="521">
                  <c:v>0.39366817117209801</c:v>
                </c:pt>
                <c:pt idx="522">
                  <c:v>0.39474197288113999</c:v>
                </c:pt>
                <c:pt idx="523">
                  <c:v>0.39581577459018202</c:v>
                </c:pt>
                <c:pt idx="524">
                  <c:v>0.396889576299224</c:v>
                </c:pt>
                <c:pt idx="525">
                  <c:v>0.39770610345269503</c:v>
                </c:pt>
                <c:pt idx="526">
                  <c:v>0.39768985970026</c:v>
                </c:pt>
                <c:pt idx="527">
                  <c:v>0.39767361594782502</c:v>
                </c:pt>
                <c:pt idx="528">
                  <c:v>0.39765737219538999</c:v>
                </c:pt>
                <c:pt idx="529">
                  <c:v>0.39764112844295502</c:v>
                </c:pt>
                <c:pt idx="530">
                  <c:v>0.39762488469051999</c:v>
                </c:pt>
                <c:pt idx="531">
                  <c:v>0.39760864093808501</c:v>
                </c:pt>
                <c:pt idx="532">
                  <c:v>0.39759239718564998</c:v>
                </c:pt>
                <c:pt idx="533">
                  <c:v>0.39757615343321501</c:v>
                </c:pt>
                <c:pt idx="534">
                  <c:v>0.39755990968077998</c:v>
                </c:pt>
                <c:pt idx="535">
                  <c:v>0.397543665928345</c:v>
                </c:pt>
                <c:pt idx="536">
                  <c:v>0.39752742217590897</c:v>
                </c:pt>
                <c:pt idx="537">
                  <c:v>0.397511178423474</c:v>
                </c:pt>
                <c:pt idx="538">
                  <c:v>0.39749493467103902</c:v>
                </c:pt>
                <c:pt idx="539">
                  <c:v>0.39747869091860399</c:v>
                </c:pt>
                <c:pt idx="540">
                  <c:v>0.39746244716616902</c:v>
                </c:pt>
                <c:pt idx="541">
                  <c:v>0.39744620341373399</c:v>
                </c:pt>
                <c:pt idx="542">
                  <c:v>0.39742995966129901</c:v>
                </c:pt>
                <c:pt idx="543">
                  <c:v>0.39741371590886398</c:v>
                </c:pt>
                <c:pt idx="544">
                  <c:v>0.39739747215642901</c:v>
                </c:pt>
                <c:pt idx="545">
                  <c:v>0.39738122840399398</c:v>
                </c:pt>
                <c:pt idx="546">
                  <c:v>0.39736498465155801</c:v>
                </c:pt>
                <c:pt idx="547">
                  <c:v>0.39734874089912298</c:v>
                </c:pt>
                <c:pt idx="548">
                  <c:v>0.397332497146688</c:v>
                </c:pt>
                <c:pt idx="549">
                  <c:v>0.39731625339425303</c:v>
                </c:pt>
                <c:pt idx="550">
                  <c:v>0.397300009641818</c:v>
                </c:pt>
                <c:pt idx="551">
                  <c:v>0.39728376588938302</c:v>
                </c:pt>
                <c:pt idx="552">
                  <c:v>0.39726752213694799</c:v>
                </c:pt>
                <c:pt idx="553">
                  <c:v>0.396436522550073</c:v>
                </c:pt>
                <c:pt idx="554">
                  <c:v>0.39543667310890102</c:v>
                </c:pt>
                <c:pt idx="555">
                  <c:v>0.39443682366772898</c:v>
                </c:pt>
                <c:pt idx="556">
                  <c:v>0.39343697422655699</c:v>
                </c:pt>
                <c:pt idx="557">
                  <c:v>0.39243712478538501</c:v>
                </c:pt>
                <c:pt idx="558">
                  <c:v>0.39143727534421302</c:v>
                </c:pt>
                <c:pt idx="559">
                  <c:v>0.39043742590304098</c:v>
                </c:pt>
                <c:pt idx="560">
                  <c:v>0.389437576461868</c:v>
                </c:pt>
                <c:pt idx="561">
                  <c:v>0.38843772702069601</c:v>
                </c:pt>
                <c:pt idx="562">
                  <c:v>0.38743787757952403</c:v>
                </c:pt>
                <c:pt idx="563">
                  <c:v>0.38643802813835199</c:v>
                </c:pt>
                <c:pt idx="564">
                  <c:v>0.38543817869718</c:v>
                </c:pt>
                <c:pt idx="565">
                  <c:v>0.38443832925600802</c:v>
                </c:pt>
                <c:pt idx="566">
                  <c:v>0.38343847981483598</c:v>
                </c:pt>
                <c:pt idx="567">
                  <c:v>0.38243863037366399</c:v>
                </c:pt>
                <c:pt idx="568">
                  <c:v>0.38143878093249201</c:v>
                </c:pt>
                <c:pt idx="569">
                  <c:v>0.38043893149132002</c:v>
                </c:pt>
                <c:pt idx="570">
                  <c:v>0.37943908205014798</c:v>
                </c:pt>
                <c:pt idx="571">
                  <c:v>0.378439232608976</c:v>
                </c:pt>
                <c:pt idx="572">
                  <c:v>0.37743938316780401</c:v>
                </c:pt>
                <c:pt idx="573">
                  <c:v>0.37643953372663203</c:v>
                </c:pt>
                <c:pt idx="574">
                  <c:v>0.37543968428545998</c:v>
                </c:pt>
                <c:pt idx="575">
                  <c:v>0.374439834844288</c:v>
                </c:pt>
                <c:pt idx="576">
                  <c:v>0.37343998540311601</c:v>
                </c:pt>
                <c:pt idx="577">
                  <c:v>0.37244013596194397</c:v>
                </c:pt>
                <c:pt idx="578">
                  <c:v>0.37144028652077199</c:v>
                </c:pt>
                <c:pt idx="579">
                  <c:v>0.37036903043179098</c:v>
                </c:pt>
                <c:pt idx="580">
                  <c:v>0.36908490271830302</c:v>
                </c:pt>
                <c:pt idx="581">
                  <c:v>0.36780077500481501</c:v>
                </c:pt>
                <c:pt idx="582">
                  <c:v>0.36651664729132699</c:v>
                </c:pt>
                <c:pt idx="583">
                  <c:v>0.36523251957783898</c:v>
                </c:pt>
                <c:pt idx="584">
                  <c:v>0.36394839186435102</c:v>
                </c:pt>
                <c:pt idx="585">
                  <c:v>0.362664264150864</c:v>
                </c:pt>
                <c:pt idx="586">
                  <c:v>0.36138013643737599</c:v>
                </c:pt>
                <c:pt idx="587">
                  <c:v>0.36009600872388797</c:v>
                </c:pt>
                <c:pt idx="588">
                  <c:v>0.35881188101040001</c:v>
                </c:pt>
                <c:pt idx="589">
                  <c:v>0.357527753296912</c:v>
                </c:pt>
                <c:pt idx="590">
                  <c:v>0.35624362558342398</c:v>
                </c:pt>
                <c:pt idx="591">
                  <c:v>0.35495949786993602</c:v>
                </c:pt>
                <c:pt idx="592">
                  <c:v>0.35367537015644801</c:v>
                </c:pt>
                <c:pt idx="593">
                  <c:v>0.35239124244296</c:v>
                </c:pt>
                <c:pt idx="594">
                  <c:v>0.35110711472947198</c:v>
                </c:pt>
                <c:pt idx="595">
                  <c:v>0.34982298701598402</c:v>
                </c:pt>
                <c:pt idx="596">
                  <c:v>0.34853885930249601</c:v>
                </c:pt>
                <c:pt idx="597">
                  <c:v>0.347269789292389</c:v>
                </c:pt>
                <c:pt idx="598">
                  <c:v>0.34602381489436002</c:v>
                </c:pt>
                <c:pt idx="599">
                  <c:v>0.34477784049633098</c:v>
                </c:pt>
                <c:pt idx="600">
                  <c:v>0.343531866098302</c:v>
                </c:pt>
                <c:pt idx="601">
                  <c:v>0.34228589170027202</c:v>
                </c:pt>
                <c:pt idx="602">
                  <c:v>0.34103991730224298</c:v>
                </c:pt>
                <c:pt idx="603">
                  <c:v>0.339793942904214</c:v>
                </c:pt>
                <c:pt idx="604">
                  <c:v>0.33854796850618502</c:v>
                </c:pt>
                <c:pt idx="605">
                  <c:v>0.33730199410815598</c:v>
                </c:pt>
                <c:pt idx="606">
                  <c:v>0.336056019710127</c:v>
                </c:pt>
                <c:pt idx="607">
                  <c:v>0.33481004531209702</c:v>
                </c:pt>
                <c:pt idx="608">
                  <c:v>0.33356407091406798</c:v>
                </c:pt>
                <c:pt idx="609">
                  <c:v>0.332318096516039</c:v>
                </c:pt>
                <c:pt idx="610">
                  <c:v>0.33107212211801001</c:v>
                </c:pt>
                <c:pt idx="611">
                  <c:v>0.32982614771998098</c:v>
                </c:pt>
                <c:pt idx="612">
                  <c:v>0.328580173321951</c:v>
                </c:pt>
                <c:pt idx="613">
                  <c:v>0.32733419892392202</c:v>
                </c:pt>
                <c:pt idx="614">
                  <c:v>0.32608822452589298</c:v>
                </c:pt>
                <c:pt idx="615">
                  <c:v>0.324842250127864</c:v>
                </c:pt>
                <c:pt idx="616">
                  <c:v>0.32359627572983501</c:v>
                </c:pt>
                <c:pt idx="617">
                  <c:v>0.32237096477502297</c:v>
                </c:pt>
                <c:pt idx="618">
                  <c:v>0.32156905489326199</c:v>
                </c:pt>
                <c:pt idx="619">
                  <c:v>0.3207671450115</c:v>
                </c:pt>
                <c:pt idx="620">
                  <c:v>0.31996523512973901</c:v>
                </c:pt>
                <c:pt idx="621">
                  <c:v>0.31916332524797802</c:v>
                </c:pt>
                <c:pt idx="622">
                  <c:v>0.31836141536621598</c:v>
                </c:pt>
                <c:pt idx="623">
                  <c:v>0.317559505484455</c:v>
                </c:pt>
                <c:pt idx="624">
                  <c:v>0.31675759560269401</c:v>
                </c:pt>
                <c:pt idx="625">
                  <c:v>0.31595568572093202</c:v>
                </c:pt>
                <c:pt idx="626">
                  <c:v>0.31515377583917098</c:v>
                </c:pt>
                <c:pt idx="627">
                  <c:v>0.31435186595740999</c:v>
                </c:pt>
                <c:pt idx="628">
                  <c:v>0.31354995607564801</c:v>
                </c:pt>
                <c:pt idx="629">
                  <c:v>0.31274804619388702</c:v>
                </c:pt>
                <c:pt idx="630">
                  <c:v>0.31194613631212598</c:v>
                </c:pt>
                <c:pt idx="631">
                  <c:v>0.31114422643036499</c:v>
                </c:pt>
                <c:pt idx="632">
                  <c:v>0.310342316548603</c:v>
                </c:pt>
                <c:pt idx="633">
                  <c:v>0.30954040666684202</c:v>
                </c:pt>
                <c:pt idx="634">
                  <c:v>0.30873849678508097</c:v>
                </c:pt>
                <c:pt idx="635">
                  <c:v>0.30793658690331899</c:v>
                </c:pt>
                <c:pt idx="636">
                  <c:v>0.307134677021558</c:v>
                </c:pt>
                <c:pt idx="637">
                  <c:v>0.30652810860268298</c:v>
                </c:pt>
                <c:pt idx="638">
                  <c:v>0.30598625471067098</c:v>
                </c:pt>
                <c:pt idx="639">
                  <c:v>0.30544440081865898</c:v>
                </c:pt>
                <c:pt idx="640">
                  <c:v>0.30490254692664698</c:v>
                </c:pt>
                <c:pt idx="641">
                  <c:v>0.30436069303463498</c:v>
                </c:pt>
                <c:pt idx="642">
                  <c:v>0.30381883914262298</c:v>
                </c:pt>
                <c:pt idx="643">
                  <c:v>0.30327698525061098</c:v>
                </c:pt>
                <c:pt idx="644">
                  <c:v>0.30273513135859897</c:v>
                </c:pt>
                <c:pt idx="645">
                  <c:v>0.30219327746658697</c:v>
                </c:pt>
                <c:pt idx="646">
                  <c:v>0.30165142357457497</c:v>
                </c:pt>
                <c:pt idx="647">
                  <c:v>0.30110956968256303</c:v>
                </c:pt>
                <c:pt idx="648">
                  <c:v>0.30056771579055103</c:v>
                </c:pt>
                <c:pt idx="649">
                  <c:v>0.30002586189853903</c:v>
                </c:pt>
                <c:pt idx="650">
                  <c:v>0.29948400800652702</c:v>
                </c:pt>
                <c:pt idx="651">
                  <c:v>0.29894215411451502</c:v>
                </c:pt>
                <c:pt idx="652">
                  <c:v>0.29840030022250302</c:v>
                </c:pt>
                <c:pt idx="653">
                  <c:v>0.29785844633049102</c:v>
                </c:pt>
                <c:pt idx="654">
                  <c:v>0.29731659243847902</c:v>
                </c:pt>
                <c:pt idx="655">
                  <c:v>0.29677473854646702</c:v>
                </c:pt>
                <c:pt idx="656">
                  <c:v>0.29623288465445502</c:v>
                </c:pt>
                <c:pt idx="657">
                  <c:v>0.29602057005878502</c:v>
                </c:pt>
                <c:pt idx="658">
                  <c:v>0.29611163793835898</c:v>
                </c:pt>
                <c:pt idx="659">
                  <c:v>0.29620270581793401</c:v>
                </c:pt>
                <c:pt idx="660">
                  <c:v>0.29629377369750798</c:v>
                </c:pt>
                <c:pt idx="661">
                  <c:v>0.296384841577082</c:v>
                </c:pt>
                <c:pt idx="662">
                  <c:v>0.29647590945665703</c:v>
                </c:pt>
                <c:pt idx="663">
                  <c:v>0.296566977336231</c:v>
                </c:pt>
                <c:pt idx="664">
                  <c:v>0.29665804521580502</c:v>
                </c:pt>
                <c:pt idx="665">
                  <c:v>0.29674911309537999</c:v>
                </c:pt>
                <c:pt idx="666">
                  <c:v>0.29684018097495402</c:v>
                </c:pt>
                <c:pt idx="667">
                  <c:v>0.29693124885452798</c:v>
                </c:pt>
                <c:pt idx="668">
                  <c:v>0.29702231673410301</c:v>
                </c:pt>
                <c:pt idx="669">
                  <c:v>0.29711338461367698</c:v>
                </c:pt>
                <c:pt idx="670">
                  <c:v>0.297204452493251</c:v>
                </c:pt>
                <c:pt idx="671">
                  <c:v>0.29729552037282603</c:v>
                </c:pt>
                <c:pt idx="672">
                  <c:v>0.2973865882524</c:v>
                </c:pt>
                <c:pt idx="673">
                  <c:v>0.29747765613197402</c:v>
                </c:pt>
                <c:pt idx="674">
                  <c:v>0.29756872401154899</c:v>
                </c:pt>
                <c:pt idx="675">
                  <c:v>0.29765979189112302</c:v>
                </c:pt>
                <c:pt idx="676">
                  <c:v>0.29775085977069699</c:v>
                </c:pt>
                <c:pt idx="677">
                  <c:v>0.29784192765027101</c:v>
                </c:pt>
                <c:pt idx="678">
                  <c:v>0.29793299552984598</c:v>
                </c:pt>
                <c:pt idx="679">
                  <c:v>0.29802406340942</c:v>
                </c:pt>
                <c:pt idx="680">
                  <c:v>0.29811513128899397</c:v>
                </c:pt>
                <c:pt idx="681">
                  <c:v>0.298206199168569</c:v>
                </c:pt>
                <c:pt idx="682">
                  <c:v>0.29829726704814302</c:v>
                </c:pt>
                <c:pt idx="683">
                  <c:v>0.29838833492771699</c:v>
                </c:pt>
                <c:pt idx="684">
                  <c:v>0.29847940280729202</c:v>
                </c:pt>
                <c:pt idx="685">
                  <c:v>0.29857047068686599</c:v>
                </c:pt>
                <c:pt idx="686">
                  <c:v>0.29866153856644001</c:v>
                </c:pt>
                <c:pt idx="687">
                  <c:v>0.29875260644601498</c:v>
                </c:pt>
                <c:pt idx="688">
                  <c:v>0.298843674325589</c:v>
                </c:pt>
                <c:pt idx="689">
                  <c:v>0.29893474220516297</c:v>
                </c:pt>
                <c:pt idx="690">
                  <c:v>0.299025810084738</c:v>
                </c:pt>
                <c:pt idx="691">
                  <c:v>0.299204649115481</c:v>
                </c:pt>
                <c:pt idx="692">
                  <c:v>0.29997699067007699</c:v>
                </c:pt>
                <c:pt idx="693">
                  <c:v>0.30074933222467198</c:v>
                </c:pt>
                <c:pt idx="694">
                  <c:v>0.30152167377926797</c:v>
                </c:pt>
                <c:pt idx="695">
                  <c:v>0.30229401533386402</c:v>
                </c:pt>
                <c:pt idx="696">
                  <c:v>0.30306635688846001</c:v>
                </c:pt>
                <c:pt idx="697">
                  <c:v>0.303838698443055</c:v>
                </c:pt>
                <c:pt idx="698">
                  <c:v>0.30461103999765099</c:v>
                </c:pt>
                <c:pt idx="699">
                  <c:v>0.30538338155224698</c:v>
                </c:pt>
                <c:pt idx="700">
                  <c:v>0.30615572310684303</c:v>
                </c:pt>
                <c:pt idx="701">
                  <c:v>0.30692806466143802</c:v>
                </c:pt>
                <c:pt idx="702">
                  <c:v>0.30770040621603401</c:v>
                </c:pt>
                <c:pt idx="703">
                  <c:v>0.30847274777063</c:v>
                </c:pt>
                <c:pt idx="704">
                  <c:v>0.30924508932522599</c:v>
                </c:pt>
                <c:pt idx="705">
                  <c:v>0.31001743087982198</c:v>
                </c:pt>
                <c:pt idx="706">
                  <c:v>0.31078977243441702</c:v>
                </c:pt>
                <c:pt idx="707">
                  <c:v>0.31156211398901301</c:v>
                </c:pt>
                <c:pt idx="708">
                  <c:v>0.312334455543609</c:v>
                </c:pt>
                <c:pt idx="709">
                  <c:v>0.31310679709820499</c:v>
                </c:pt>
                <c:pt idx="710">
                  <c:v>0.31387913865280098</c:v>
                </c:pt>
                <c:pt idx="711">
                  <c:v>0.31465148020739597</c:v>
                </c:pt>
                <c:pt idx="712">
                  <c:v>0.31542382176199202</c:v>
                </c:pt>
                <c:pt idx="713">
                  <c:v>0.31619616331658801</c:v>
                </c:pt>
                <c:pt idx="714">
                  <c:v>0.317002929601784</c:v>
                </c:pt>
                <c:pt idx="715">
                  <c:v>0.31782414468595899</c:v>
                </c:pt>
                <c:pt idx="716">
                  <c:v>0.31864535977013397</c:v>
                </c:pt>
                <c:pt idx="717">
                  <c:v>0.31946657485430902</c:v>
                </c:pt>
                <c:pt idx="718">
                  <c:v>0.320287789938484</c:v>
                </c:pt>
                <c:pt idx="719">
                  <c:v>0.32110900502265899</c:v>
                </c:pt>
                <c:pt idx="720">
                  <c:v>0.32193022010683398</c:v>
                </c:pt>
                <c:pt idx="721">
                  <c:v>0.32275143519100902</c:v>
                </c:pt>
                <c:pt idx="722">
                  <c:v>0.323572650275184</c:v>
                </c:pt>
                <c:pt idx="723">
                  <c:v>0.32439386535935899</c:v>
                </c:pt>
                <c:pt idx="724">
                  <c:v>0.32521508044353398</c:v>
                </c:pt>
                <c:pt idx="725">
                  <c:v>0.32603629552770902</c:v>
                </c:pt>
                <c:pt idx="726">
                  <c:v>0.32685751061188401</c:v>
                </c:pt>
                <c:pt idx="727">
                  <c:v>0.32767872569605999</c:v>
                </c:pt>
                <c:pt idx="728">
                  <c:v>0.32849994078023498</c:v>
                </c:pt>
                <c:pt idx="729">
                  <c:v>0.32932115586441002</c:v>
                </c:pt>
                <c:pt idx="730">
                  <c:v>0.33014237094858501</c:v>
                </c:pt>
                <c:pt idx="731">
                  <c:v>0.33096358603275999</c:v>
                </c:pt>
                <c:pt idx="732">
                  <c:v>0.33178480111693498</c:v>
                </c:pt>
                <c:pt idx="733">
                  <c:v>0.33260601620111002</c:v>
                </c:pt>
                <c:pt idx="734">
                  <c:v>0.33342723128528501</c:v>
                </c:pt>
                <c:pt idx="735">
                  <c:v>0.33424844636945999</c:v>
                </c:pt>
                <c:pt idx="736">
                  <c:v>0.33506966145363498</c:v>
                </c:pt>
                <c:pt idx="737">
                  <c:v>0.33589087653781002</c:v>
                </c:pt>
                <c:pt idx="738">
                  <c:v>0.33671209162198501</c:v>
                </c:pt>
                <c:pt idx="739">
                  <c:v>0.33753330670616</c:v>
                </c:pt>
                <c:pt idx="740">
                  <c:v>0.33835452179033498</c:v>
                </c:pt>
                <c:pt idx="741">
                  <c:v>0.33917573687451003</c:v>
                </c:pt>
                <c:pt idx="742">
                  <c:v>0.33999695195868501</c:v>
                </c:pt>
                <c:pt idx="743">
                  <c:v>0.34081816704286</c:v>
                </c:pt>
                <c:pt idx="744">
                  <c:v>0.34163938212703499</c:v>
                </c:pt>
                <c:pt idx="745">
                  <c:v>0.34246059721121003</c:v>
                </c:pt>
                <c:pt idx="746">
                  <c:v>0.34328181229538501</c:v>
                </c:pt>
                <c:pt idx="747">
                  <c:v>0.34394243788703899</c:v>
                </c:pt>
                <c:pt idx="748">
                  <c:v>0.344431118544264</c:v>
                </c:pt>
                <c:pt idx="749">
                  <c:v>0.34491979920148902</c:v>
                </c:pt>
                <c:pt idx="750">
                  <c:v>0.34540847985871298</c:v>
                </c:pt>
                <c:pt idx="751">
                  <c:v>0.345897160515938</c:v>
                </c:pt>
                <c:pt idx="752">
                  <c:v>0.34638584117316301</c:v>
                </c:pt>
                <c:pt idx="753">
                  <c:v>0.34687452183038803</c:v>
                </c:pt>
                <c:pt idx="754">
                  <c:v>0.34736320248761299</c:v>
                </c:pt>
                <c:pt idx="755">
                  <c:v>0.347851883144837</c:v>
                </c:pt>
                <c:pt idx="756">
                  <c:v>0.34834056380206202</c:v>
                </c:pt>
                <c:pt idx="757">
                  <c:v>0.34882924445928698</c:v>
                </c:pt>
                <c:pt idx="758">
                  <c:v>0.349317925116512</c:v>
                </c:pt>
                <c:pt idx="759">
                  <c:v>0.34980660577373701</c:v>
                </c:pt>
                <c:pt idx="760">
                  <c:v>0.35029528643096097</c:v>
                </c:pt>
                <c:pt idx="761">
                  <c:v>0.35078396708818599</c:v>
                </c:pt>
                <c:pt idx="762">
                  <c:v>0.351272647745411</c:v>
                </c:pt>
                <c:pt idx="763">
                  <c:v>0.35176132840263602</c:v>
                </c:pt>
                <c:pt idx="764">
                  <c:v>0.35225000905986098</c:v>
                </c:pt>
                <c:pt idx="765">
                  <c:v>0.352738689717086</c:v>
                </c:pt>
                <c:pt idx="766">
                  <c:v>0.35322737037431001</c:v>
                </c:pt>
                <c:pt idx="767">
                  <c:v>0.35371605103153497</c:v>
                </c:pt>
                <c:pt idx="768">
                  <c:v>0.35420473168875999</c:v>
                </c:pt>
                <c:pt idx="769">
                  <c:v>0.354693412345985</c:v>
                </c:pt>
                <c:pt idx="770">
                  <c:v>0.35518209300321002</c:v>
                </c:pt>
                <c:pt idx="771">
                  <c:v>0.35567077366043398</c:v>
                </c:pt>
                <c:pt idx="772">
                  <c:v>0.356159454317659</c:v>
                </c:pt>
                <c:pt idx="773">
                  <c:v>0.35664813497488401</c:v>
                </c:pt>
                <c:pt idx="774">
                  <c:v>0.35705535063994098</c:v>
                </c:pt>
                <c:pt idx="775">
                  <c:v>0.35710088457488198</c:v>
                </c:pt>
                <c:pt idx="776">
                  <c:v>0.35714641850982298</c:v>
                </c:pt>
                <c:pt idx="777">
                  <c:v>0.35719195244476398</c:v>
                </c:pt>
                <c:pt idx="778">
                  <c:v>0.35723748637970498</c:v>
                </c:pt>
                <c:pt idx="779">
                  <c:v>0.35728302031464598</c:v>
                </c:pt>
                <c:pt idx="780">
                  <c:v>0.35732855424958698</c:v>
                </c:pt>
                <c:pt idx="781">
                  <c:v>0.35737408818452798</c:v>
                </c:pt>
                <c:pt idx="782">
                  <c:v>0.35741962211946898</c:v>
                </c:pt>
                <c:pt idx="783">
                  <c:v>0.35746515605440998</c:v>
                </c:pt>
                <c:pt idx="784">
                  <c:v>0.35751068998935098</c:v>
                </c:pt>
                <c:pt idx="785">
                  <c:v>0.35755622392429198</c:v>
                </c:pt>
                <c:pt idx="786">
                  <c:v>0.35760175785923298</c:v>
                </c:pt>
                <c:pt idx="787">
                  <c:v>0.35764729179417398</c:v>
                </c:pt>
                <c:pt idx="788">
                  <c:v>0.35769282572911498</c:v>
                </c:pt>
                <c:pt idx="789">
                  <c:v>0.35773835966405598</c:v>
                </c:pt>
                <c:pt idx="790">
                  <c:v>0.35778389359899698</c:v>
                </c:pt>
                <c:pt idx="791">
                  <c:v>0.35782942753393898</c:v>
                </c:pt>
                <c:pt idx="792">
                  <c:v>0.35787496146887998</c:v>
                </c:pt>
                <c:pt idx="793">
                  <c:v>0.35792049540382098</c:v>
                </c:pt>
                <c:pt idx="794">
                  <c:v>0.35796602933876198</c:v>
                </c:pt>
                <c:pt idx="795">
                  <c:v>0.35801156327370298</c:v>
                </c:pt>
                <c:pt idx="796">
                  <c:v>0.35805709720864398</c:v>
                </c:pt>
                <c:pt idx="797">
                  <c:v>0.35810263114358498</c:v>
                </c:pt>
                <c:pt idx="798">
                  <c:v>0.35814816507852598</c:v>
                </c:pt>
                <c:pt idx="799">
                  <c:v>0.35819369901346698</c:v>
                </c:pt>
                <c:pt idx="800">
                  <c:v>0.35823923294840798</c:v>
                </c:pt>
                <c:pt idx="801">
                  <c:v>0.35828476688334898</c:v>
                </c:pt>
                <c:pt idx="802">
                  <c:v>0.35833030081828998</c:v>
                </c:pt>
                <c:pt idx="803">
                  <c:v>0.35837583475323098</c:v>
                </c:pt>
                <c:pt idx="804">
                  <c:v>0.35842136868817198</c:v>
                </c:pt>
                <c:pt idx="805">
                  <c:v>0.35846690262311298</c:v>
                </c:pt>
                <c:pt idx="806">
                  <c:v>0.35851243655805398</c:v>
                </c:pt>
                <c:pt idx="807">
                  <c:v>0.35855797049299498</c:v>
                </c:pt>
                <c:pt idx="808">
                  <c:v>0.35860350442793598</c:v>
                </c:pt>
                <c:pt idx="809">
                  <c:v>0.35823244814967098</c:v>
                </c:pt>
                <c:pt idx="810">
                  <c:v>0.357751986573285</c:v>
                </c:pt>
                <c:pt idx="811">
                  <c:v>0.35727152499689901</c:v>
                </c:pt>
                <c:pt idx="812">
                  <c:v>0.35679106342051398</c:v>
                </c:pt>
                <c:pt idx="813">
                  <c:v>0.35631060184412799</c:v>
                </c:pt>
                <c:pt idx="814">
                  <c:v>0.35583014026774301</c:v>
                </c:pt>
                <c:pt idx="815">
                  <c:v>0.35534967869135697</c:v>
                </c:pt>
                <c:pt idx="816">
                  <c:v>0.35486921711497099</c:v>
                </c:pt>
                <c:pt idx="817">
                  <c:v>0.35438875553858601</c:v>
                </c:pt>
                <c:pt idx="818">
                  <c:v>0.35390829396220003</c:v>
                </c:pt>
                <c:pt idx="819">
                  <c:v>0.35342783238581399</c:v>
                </c:pt>
                <c:pt idx="820">
                  <c:v>0.35294737080942901</c:v>
                </c:pt>
                <c:pt idx="821">
                  <c:v>0.35246690923304302</c:v>
                </c:pt>
                <c:pt idx="822">
                  <c:v>0.35198644765665799</c:v>
                </c:pt>
                <c:pt idx="823">
                  <c:v>0.351505986080272</c:v>
                </c:pt>
                <c:pt idx="824">
                  <c:v>0.35102552450388602</c:v>
                </c:pt>
                <c:pt idx="825">
                  <c:v>0.35054506292750098</c:v>
                </c:pt>
                <c:pt idx="826">
                  <c:v>0.350064601351115</c:v>
                </c:pt>
                <c:pt idx="827">
                  <c:v>0.34958413977472902</c:v>
                </c:pt>
                <c:pt idx="828">
                  <c:v>0.34910367819834398</c:v>
                </c:pt>
                <c:pt idx="829">
                  <c:v>0.348623216621958</c:v>
                </c:pt>
                <c:pt idx="830">
                  <c:v>0.34814275504557302</c:v>
                </c:pt>
                <c:pt idx="831">
                  <c:v>0.34766229346918698</c:v>
                </c:pt>
                <c:pt idx="832">
                  <c:v>0.347181831892801</c:v>
                </c:pt>
                <c:pt idx="833">
                  <c:v>0.34670137031641601</c:v>
                </c:pt>
                <c:pt idx="834">
                  <c:v>0.34622090874002998</c:v>
                </c:pt>
                <c:pt idx="835">
                  <c:v>0.34574044716364399</c:v>
                </c:pt>
                <c:pt idx="836">
                  <c:v>0.34525998558725901</c:v>
                </c:pt>
                <c:pt idx="837">
                  <c:v>0.34477952401087297</c:v>
                </c:pt>
                <c:pt idx="838">
                  <c:v>0.34428276960037102</c:v>
                </c:pt>
                <c:pt idx="839">
                  <c:v>0.34376671827299099</c:v>
                </c:pt>
                <c:pt idx="840">
                  <c:v>0.34325066694561202</c:v>
                </c:pt>
                <c:pt idx="841">
                  <c:v>0.34273461561823199</c:v>
                </c:pt>
                <c:pt idx="842">
                  <c:v>0.34221856429085301</c:v>
                </c:pt>
                <c:pt idx="843">
                  <c:v>0.34170251296347298</c:v>
                </c:pt>
                <c:pt idx="844">
                  <c:v>0.34118646163609401</c:v>
                </c:pt>
                <c:pt idx="845">
                  <c:v>0.34067041030871398</c:v>
                </c:pt>
                <c:pt idx="846">
                  <c:v>0.340154358981334</c:v>
                </c:pt>
                <c:pt idx="847">
                  <c:v>0.33963830765395497</c:v>
                </c:pt>
                <c:pt idx="848">
                  <c:v>0.339122256326575</c:v>
                </c:pt>
                <c:pt idx="849">
                  <c:v>0.33860620499919603</c:v>
                </c:pt>
                <c:pt idx="850">
                  <c:v>0.338090153671816</c:v>
                </c:pt>
                <c:pt idx="851">
                  <c:v>0.33757410234443702</c:v>
                </c:pt>
                <c:pt idx="852">
                  <c:v>0.33705805101705699</c:v>
                </c:pt>
                <c:pt idx="853">
                  <c:v>0.33654199968967702</c:v>
                </c:pt>
                <c:pt idx="854">
                  <c:v>0.33602594836229799</c:v>
                </c:pt>
                <c:pt idx="855">
                  <c:v>0.33550989703491801</c:v>
                </c:pt>
                <c:pt idx="856">
                  <c:v>0.33499384570753898</c:v>
                </c:pt>
                <c:pt idx="857">
                  <c:v>0.33447779438015901</c:v>
                </c:pt>
                <c:pt idx="858">
                  <c:v>0.33396174305277998</c:v>
                </c:pt>
                <c:pt idx="859">
                  <c:v>0.33346425093776499</c:v>
                </c:pt>
                <c:pt idx="860">
                  <c:v>0.33303420816462997</c:v>
                </c:pt>
                <c:pt idx="861">
                  <c:v>0.33260416539149501</c:v>
                </c:pt>
                <c:pt idx="862">
                  <c:v>0.33217412261836099</c:v>
                </c:pt>
                <c:pt idx="863">
                  <c:v>0.33174407984522603</c:v>
                </c:pt>
                <c:pt idx="864">
                  <c:v>0.33131403707209101</c:v>
                </c:pt>
                <c:pt idx="865">
                  <c:v>0.33088399429895698</c:v>
                </c:pt>
                <c:pt idx="866">
                  <c:v>0.33045395152582202</c:v>
                </c:pt>
                <c:pt idx="867">
                  <c:v>0.330023908752687</c:v>
                </c:pt>
                <c:pt idx="868">
                  <c:v>0.32959386597955298</c:v>
                </c:pt>
                <c:pt idx="869">
                  <c:v>0.32916382320641802</c:v>
                </c:pt>
                <c:pt idx="870">
                  <c:v>0.328733780433283</c:v>
                </c:pt>
                <c:pt idx="871">
                  <c:v>0.32830373766014898</c:v>
                </c:pt>
                <c:pt idx="872">
                  <c:v>0.32787369488701401</c:v>
                </c:pt>
                <c:pt idx="873">
                  <c:v>0.32744365211387899</c:v>
                </c:pt>
                <c:pt idx="874">
                  <c:v>0.32701360934074503</c:v>
                </c:pt>
                <c:pt idx="875">
                  <c:v>0.32658356656761001</c:v>
                </c:pt>
                <c:pt idx="876">
                  <c:v>0.32615352379447499</c:v>
                </c:pt>
                <c:pt idx="877">
                  <c:v>0.32572448574874802</c:v>
                </c:pt>
                <c:pt idx="878">
                  <c:v>0.32541485495801997</c:v>
                </c:pt>
                <c:pt idx="879">
                  <c:v>0.32510522416729198</c:v>
                </c:pt>
                <c:pt idx="880">
                  <c:v>0.324795593376564</c:v>
                </c:pt>
                <c:pt idx="881">
                  <c:v>0.32448596258583701</c:v>
                </c:pt>
                <c:pt idx="882">
                  <c:v>0.32417633179510902</c:v>
                </c:pt>
                <c:pt idx="883">
                  <c:v>0.32386670100438097</c:v>
                </c:pt>
                <c:pt idx="884">
                  <c:v>0.32355707021365299</c:v>
                </c:pt>
                <c:pt idx="885">
                  <c:v>0.323247439422926</c:v>
                </c:pt>
                <c:pt idx="886">
                  <c:v>0.32293780863219801</c:v>
                </c:pt>
                <c:pt idx="887">
                  <c:v>0.32262817784147002</c:v>
                </c:pt>
                <c:pt idx="888">
                  <c:v>0.32231854705074198</c:v>
                </c:pt>
                <c:pt idx="889">
                  <c:v>0.32200891626001399</c:v>
                </c:pt>
                <c:pt idx="890">
                  <c:v>0.321699285469287</c:v>
                </c:pt>
                <c:pt idx="891">
                  <c:v>0.32138965467855901</c:v>
                </c:pt>
                <c:pt idx="892">
                  <c:v>0.32108002388783102</c:v>
                </c:pt>
                <c:pt idx="893">
                  <c:v>0.32077039309710298</c:v>
                </c:pt>
                <c:pt idx="894">
                  <c:v>0.32046076230637599</c:v>
                </c:pt>
                <c:pt idx="895">
                  <c:v>0.320151131515648</c:v>
                </c:pt>
                <c:pt idx="896">
                  <c:v>0.31984150072492001</c:v>
                </c:pt>
                <c:pt idx="897">
                  <c:v>0.31953186993419203</c:v>
                </c:pt>
                <c:pt idx="898">
                  <c:v>0.31922223914346398</c:v>
                </c:pt>
                <c:pt idx="899">
                  <c:v>0.31891260835273699</c:v>
                </c:pt>
                <c:pt idx="900">
                  <c:v>0.318602977562009</c:v>
                </c:pt>
                <c:pt idx="901">
                  <c:v>0.31829334677128102</c:v>
                </c:pt>
                <c:pt idx="902">
                  <c:v>0.31798371598055297</c:v>
                </c:pt>
                <c:pt idx="903">
                  <c:v>0.31767408518982498</c:v>
                </c:pt>
                <c:pt idx="904">
                  <c:v>0.31736445439909799</c:v>
                </c:pt>
                <c:pt idx="905">
                  <c:v>0.31705482360837001</c:v>
                </c:pt>
                <c:pt idx="906">
                  <c:v>0.31674519281764202</c:v>
                </c:pt>
                <c:pt idx="907">
                  <c:v>0.31643556202691397</c:v>
                </c:pt>
                <c:pt idx="908">
                  <c:v>0.31640803324184802</c:v>
                </c:pt>
                <c:pt idx="909">
                  <c:v>0.316524144783973</c:v>
                </c:pt>
                <c:pt idx="910">
                  <c:v>0.31664025632609799</c:v>
                </c:pt>
                <c:pt idx="911">
                  <c:v>0.31675636786822198</c:v>
                </c:pt>
                <c:pt idx="912">
                  <c:v>0.31687247941034702</c:v>
                </c:pt>
                <c:pt idx="913">
                  <c:v>0.316988590952472</c:v>
                </c:pt>
                <c:pt idx="914">
                  <c:v>0.31710470249459599</c:v>
                </c:pt>
                <c:pt idx="915">
                  <c:v>0.31722081403672098</c:v>
                </c:pt>
                <c:pt idx="916">
                  <c:v>0.31733692557884502</c:v>
                </c:pt>
                <c:pt idx="917">
                  <c:v>0.31745303712097001</c:v>
                </c:pt>
                <c:pt idx="918">
                  <c:v>0.31756914866309499</c:v>
                </c:pt>
                <c:pt idx="919">
                  <c:v>0.31768526020521898</c:v>
                </c:pt>
                <c:pt idx="920">
                  <c:v>0.31780137174734402</c:v>
                </c:pt>
                <c:pt idx="921">
                  <c:v>0.31791748328946901</c:v>
                </c:pt>
                <c:pt idx="922">
                  <c:v>0.31803359483159299</c:v>
                </c:pt>
                <c:pt idx="923">
                  <c:v>0.31814970637371798</c:v>
                </c:pt>
                <c:pt idx="924">
                  <c:v>0.31826581791584302</c:v>
                </c:pt>
                <c:pt idx="925">
                  <c:v>0.31838192945796701</c:v>
                </c:pt>
                <c:pt idx="926">
                  <c:v>0.31849804100009199</c:v>
                </c:pt>
                <c:pt idx="927">
                  <c:v>0.31861415254221698</c:v>
                </c:pt>
                <c:pt idx="928">
                  <c:v>0.31873026408434102</c:v>
                </c:pt>
                <c:pt idx="929">
                  <c:v>0.31884637562646601</c:v>
                </c:pt>
                <c:pt idx="930">
                  <c:v>0.31896248716859099</c:v>
                </c:pt>
                <c:pt idx="931">
                  <c:v>0.31907859871071498</c:v>
                </c:pt>
                <c:pt idx="932">
                  <c:v>0.31919471025284002</c:v>
                </c:pt>
                <c:pt idx="933">
                  <c:v>0.31931082179496401</c:v>
                </c:pt>
                <c:pt idx="934">
                  <c:v>0.31942693333708899</c:v>
                </c:pt>
                <c:pt idx="935">
                  <c:v>0.31954304487921398</c:v>
                </c:pt>
                <c:pt idx="936">
                  <c:v>0.31965915642133802</c:v>
                </c:pt>
                <c:pt idx="937">
                  <c:v>0.31977526796346301</c:v>
                </c:pt>
                <c:pt idx="938">
                  <c:v>0.31989137950558799</c:v>
                </c:pt>
                <c:pt idx="939">
                  <c:v>0.32000749104771198</c:v>
                </c:pt>
                <c:pt idx="940">
                  <c:v>0.32012360258983702</c:v>
                </c:pt>
                <c:pt idx="941">
                  <c:v>0.32023971413196201</c:v>
                </c:pt>
                <c:pt idx="942">
                  <c:v>0.32035582567408599</c:v>
                </c:pt>
                <c:pt idx="943">
                  <c:v>0.32047193721621098</c:v>
                </c:pt>
                <c:pt idx="944">
                  <c:v>0.32058804875833502</c:v>
                </c:pt>
                <c:pt idx="945">
                  <c:v>0.32070416030046001</c:v>
                </c:pt>
                <c:pt idx="946">
                  <c:v>0.32082027184258499</c:v>
                </c:pt>
                <c:pt idx="947">
                  <c:v>0.32093638338470898</c:v>
                </c:pt>
                <c:pt idx="948">
                  <c:v>0.32109411672648402</c:v>
                </c:pt>
                <c:pt idx="949">
                  <c:v>0.32141664880676502</c:v>
                </c:pt>
                <c:pt idx="950">
                  <c:v>0.321739180887047</c:v>
                </c:pt>
                <c:pt idx="951">
                  <c:v>0.32206171296732899</c:v>
                </c:pt>
                <c:pt idx="952">
                  <c:v>0.32238424504760999</c:v>
                </c:pt>
                <c:pt idx="953">
                  <c:v>0.32270677712789197</c:v>
                </c:pt>
                <c:pt idx="954">
                  <c:v>0.32302930920817402</c:v>
                </c:pt>
                <c:pt idx="955">
                  <c:v>0.32335184128845501</c:v>
                </c:pt>
                <c:pt idx="956">
                  <c:v>0.323674373368737</c:v>
                </c:pt>
                <c:pt idx="957">
                  <c:v>0.32399690544901899</c:v>
                </c:pt>
                <c:pt idx="958">
                  <c:v>0.32431943752930098</c:v>
                </c:pt>
                <c:pt idx="959">
                  <c:v>0.32464196960958203</c:v>
                </c:pt>
                <c:pt idx="960">
                  <c:v>0.32496450168986402</c:v>
                </c:pt>
                <c:pt idx="961">
                  <c:v>0.32528703377014601</c:v>
                </c:pt>
                <c:pt idx="962">
                  <c:v>0.325609565850427</c:v>
                </c:pt>
                <c:pt idx="963">
                  <c:v>0.32593209793070899</c:v>
                </c:pt>
                <c:pt idx="964">
                  <c:v>0.32625463001099098</c:v>
                </c:pt>
                <c:pt idx="965">
                  <c:v>0.32657716209127202</c:v>
                </c:pt>
                <c:pt idx="966">
                  <c:v>0.32689969417155401</c:v>
                </c:pt>
                <c:pt idx="967">
                  <c:v>0.327222226251836</c:v>
                </c:pt>
                <c:pt idx="968">
                  <c:v>0.32754475833211699</c:v>
                </c:pt>
                <c:pt idx="969">
                  <c:v>0.32786729041239898</c:v>
                </c:pt>
                <c:pt idx="970">
                  <c:v>0.32818982249268103</c:v>
                </c:pt>
                <c:pt idx="971">
                  <c:v>0.32851235457296302</c:v>
                </c:pt>
                <c:pt idx="972">
                  <c:v>0.32883488665324401</c:v>
                </c:pt>
                <c:pt idx="973">
                  <c:v>0.32919602982629398</c:v>
                </c:pt>
                <c:pt idx="974">
                  <c:v>0.32956030135840397</c:v>
                </c:pt>
                <c:pt idx="975">
                  <c:v>0.32992457289051302</c:v>
                </c:pt>
                <c:pt idx="976">
                  <c:v>0.33028884442262302</c:v>
                </c:pt>
                <c:pt idx="977">
                  <c:v>0.33065311595473301</c:v>
                </c:pt>
                <c:pt idx="978">
                  <c:v>0.33101738748684201</c:v>
                </c:pt>
                <c:pt idx="979">
                  <c:v>0.331381659018952</c:v>
                </c:pt>
                <c:pt idx="980">
                  <c:v>0.331745930551062</c:v>
                </c:pt>
                <c:pt idx="981">
                  <c:v>0.33211020208317199</c:v>
                </c:pt>
                <c:pt idx="982">
                  <c:v>0.33247447361528099</c:v>
                </c:pt>
                <c:pt idx="983">
                  <c:v>0.33283874514739098</c:v>
                </c:pt>
                <c:pt idx="984">
                  <c:v>0.33320301667950097</c:v>
                </c:pt>
                <c:pt idx="985">
                  <c:v>0.33356728821161102</c:v>
                </c:pt>
                <c:pt idx="986">
                  <c:v>0.33393155974372002</c:v>
                </c:pt>
                <c:pt idx="987">
                  <c:v>0.33429583127583001</c:v>
                </c:pt>
                <c:pt idx="988">
                  <c:v>0.33466010280794001</c:v>
                </c:pt>
                <c:pt idx="989">
                  <c:v>0.335024374340049</c:v>
                </c:pt>
                <c:pt idx="990">
                  <c:v>0.335388645872159</c:v>
                </c:pt>
                <c:pt idx="991">
                  <c:v>0.33575291740426899</c:v>
                </c:pt>
                <c:pt idx="992">
                  <c:v>0.33611718893637899</c:v>
                </c:pt>
                <c:pt idx="993">
                  <c:v>0.33648146046848898</c:v>
                </c:pt>
                <c:pt idx="994">
                  <c:v>0.33684573200059797</c:v>
                </c:pt>
                <c:pt idx="995">
                  <c:v>0.33721000353270802</c:v>
                </c:pt>
                <c:pt idx="996">
                  <c:v>0.33757427506481802</c:v>
                </c:pt>
                <c:pt idx="997">
                  <c:v>0.33793854659692701</c:v>
                </c:pt>
                <c:pt idx="998">
                  <c:v>0.33830281812903701</c:v>
                </c:pt>
                <c:pt idx="999">
                  <c:v>0.338667089661147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BB7-4B6B-BE0A-73444D36399B}"/>
            </c:ext>
          </c:extLst>
        </c:ser>
        <c:ser>
          <c:idx val="4"/>
          <c:order val="2"/>
          <c:tx>
            <c:strRef>
              <c:f>'1.0LiF_plot_data'!$D$1</c:f>
              <c:strCache>
                <c:ptCount val="1"/>
                <c:pt idx="0">
                  <c:v>F-F</c:v>
                </c:pt>
              </c:strCache>
            </c:strRef>
          </c:tx>
          <c:spPr>
            <a:ln w="19050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'1.0LiF_plot_data'!$A$2:$A$1001</c:f>
              <c:numCache>
                <c:formatCode>General</c:formatCode>
                <c:ptCount val="1000"/>
                <c:pt idx="0">
                  <c:v>0</c:v>
                </c:pt>
                <c:pt idx="1">
                  <c:v>1.0282686896896801E-2</c:v>
                </c:pt>
                <c:pt idx="2">
                  <c:v>2.0565373793793699E-2</c:v>
                </c:pt>
                <c:pt idx="3">
                  <c:v>3.0848060690690599E-2</c:v>
                </c:pt>
                <c:pt idx="4">
                  <c:v>4.1130747587587502E-2</c:v>
                </c:pt>
                <c:pt idx="5">
                  <c:v>5.1413434484484398E-2</c:v>
                </c:pt>
                <c:pt idx="6">
                  <c:v>6.1696121381381301E-2</c:v>
                </c:pt>
                <c:pt idx="7">
                  <c:v>7.1978808278278197E-2</c:v>
                </c:pt>
                <c:pt idx="8">
                  <c:v>8.2261495175175101E-2</c:v>
                </c:pt>
                <c:pt idx="9">
                  <c:v>9.2544182072072004E-2</c:v>
                </c:pt>
                <c:pt idx="10">
                  <c:v>0.102826868968968</c:v>
                </c:pt>
                <c:pt idx="11">
                  <c:v>0.11310955586586501</c:v>
                </c:pt>
                <c:pt idx="12">
                  <c:v>0.12339224276276201</c:v>
                </c:pt>
                <c:pt idx="13">
                  <c:v>0.13367492965965899</c:v>
                </c:pt>
                <c:pt idx="14">
                  <c:v>0.14395761655655601</c:v>
                </c:pt>
                <c:pt idx="15">
                  <c:v>0.15424030345345299</c:v>
                </c:pt>
                <c:pt idx="16">
                  <c:v>0.16452299035035001</c:v>
                </c:pt>
                <c:pt idx="17">
                  <c:v>0.17480567724724699</c:v>
                </c:pt>
                <c:pt idx="18">
                  <c:v>0.18508836414414401</c:v>
                </c:pt>
                <c:pt idx="19">
                  <c:v>0.19537105104104099</c:v>
                </c:pt>
                <c:pt idx="20">
                  <c:v>0.20565373793793701</c:v>
                </c:pt>
                <c:pt idx="21">
                  <c:v>0.215936424834834</c:v>
                </c:pt>
                <c:pt idx="22">
                  <c:v>0.22621911173173101</c:v>
                </c:pt>
                <c:pt idx="23">
                  <c:v>0.236501798628628</c:v>
                </c:pt>
                <c:pt idx="24">
                  <c:v>0.24678448552552501</c:v>
                </c:pt>
                <c:pt idx="25">
                  <c:v>0.257067172422422</c:v>
                </c:pt>
                <c:pt idx="26">
                  <c:v>0.26734985931931898</c:v>
                </c:pt>
                <c:pt idx="27">
                  <c:v>0.27763254621621603</c:v>
                </c:pt>
                <c:pt idx="28">
                  <c:v>0.28791523311311301</c:v>
                </c:pt>
                <c:pt idx="29">
                  <c:v>0.29819792001001</c:v>
                </c:pt>
                <c:pt idx="30">
                  <c:v>0.30848060690690599</c:v>
                </c:pt>
                <c:pt idx="31">
                  <c:v>0.31876329380380303</c:v>
                </c:pt>
                <c:pt idx="32">
                  <c:v>0.32904598070070001</c:v>
                </c:pt>
                <c:pt idx="33">
                  <c:v>0.339328667597597</c:v>
                </c:pt>
                <c:pt idx="34">
                  <c:v>0.34961135449449399</c:v>
                </c:pt>
                <c:pt idx="35">
                  <c:v>0.35989404139139097</c:v>
                </c:pt>
                <c:pt idx="36">
                  <c:v>0.37017672828828802</c:v>
                </c:pt>
                <c:pt idx="37">
                  <c:v>0.380459415185185</c:v>
                </c:pt>
                <c:pt idx="38">
                  <c:v>0.39074210208208199</c:v>
                </c:pt>
                <c:pt idx="39">
                  <c:v>0.40102478897897897</c:v>
                </c:pt>
                <c:pt idx="40">
                  <c:v>0.41130747587587502</c:v>
                </c:pt>
                <c:pt idx="41">
                  <c:v>0.421590162772772</c:v>
                </c:pt>
                <c:pt idx="42">
                  <c:v>0.43187284966966899</c:v>
                </c:pt>
                <c:pt idx="43">
                  <c:v>0.44215553656656598</c:v>
                </c:pt>
                <c:pt idx="44">
                  <c:v>0.45243822346346302</c:v>
                </c:pt>
                <c:pt idx="45">
                  <c:v>0.46272091036036</c:v>
                </c:pt>
                <c:pt idx="46">
                  <c:v>0.47300359725725699</c:v>
                </c:pt>
                <c:pt idx="47">
                  <c:v>0.48328628415415398</c:v>
                </c:pt>
                <c:pt idx="48">
                  <c:v>0.49356897105105102</c:v>
                </c:pt>
                <c:pt idx="49">
                  <c:v>0.50385165794794795</c:v>
                </c:pt>
                <c:pt idx="50">
                  <c:v>0.51413434484484399</c:v>
                </c:pt>
                <c:pt idx="51">
                  <c:v>0.52441703174174104</c:v>
                </c:pt>
                <c:pt idx="52">
                  <c:v>0.53469971863863797</c:v>
                </c:pt>
                <c:pt idx="53">
                  <c:v>0.54498240553553501</c:v>
                </c:pt>
                <c:pt idx="54">
                  <c:v>0.55526509243243205</c:v>
                </c:pt>
                <c:pt idx="55">
                  <c:v>0.56554777932932898</c:v>
                </c:pt>
                <c:pt idx="56">
                  <c:v>0.57583046622622602</c:v>
                </c:pt>
                <c:pt idx="57">
                  <c:v>0.58611315312312295</c:v>
                </c:pt>
                <c:pt idx="58">
                  <c:v>0.59639584002002</c:v>
                </c:pt>
                <c:pt idx="59">
                  <c:v>0.60667852691691604</c:v>
                </c:pt>
                <c:pt idx="60">
                  <c:v>0.61696121381381297</c:v>
                </c:pt>
                <c:pt idx="61">
                  <c:v>0.62724390071071001</c:v>
                </c:pt>
                <c:pt idx="62">
                  <c:v>0.63752658760760705</c:v>
                </c:pt>
                <c:pt idx="63">
                  <c:v>0.64780927450450398</c:v>
                </c:pt>
                <c:pt idx="64">
                  <c:v>0.65809196140140103</c:v>
                </c:pt>
                <c:pt idx="65">
                  <c:v>0.66837464829829796</c:v>
                </c:pt>
                <c:pt idx="66">
                  <c:v>0.678657335195195</c:v>
                </c:pt>
                <c:pt idx="67">
                  <c:v>0.68894002209209204</c:v>
                </c:pt>
                <c:pt idx="68">
                  <c:v>0.69922270898898897</c:v>
                </c:pt>
                <c:pt idx="69">
                  <c:v>0.70950539588588502</c:v>
                </c:pt>
                <c:pt idx="70">
                  <c:v>0.71978808278278195</c:v>
                </c:pt>
                <c:pt idx="71">
                  <c:v>0.73007076967967899</c:v>
                </c:pt>
                <c:pt idx="72">
                  <c:v>0.74035345657657603</c:v>
                </c:pt>
                <c:pt idx="73">
                  <c:v>0.75063614347347296</c:v>
                </c:pt>
                <c:pt idx="74">
                  <c:v>0.76091883037037</c:v>
                </c:pt>
                <c:pt idx="75">
                  <c:v>0.77120151726726704</c:v>
                </c:pt>
                <c:pt idx="76">
                  <c:v>0.78148420416416398</c:v>
                </c:pt>
                <c:pt idx="77">
                  <c:v>0.79176689106106102</c:v>
                </c:pt>
                <c:pt idx="78">
                  <c:v>0.80204957795795795</c:v>
                </c:pt>
                <c:pt idx="79">
                  <c:v>0.81233226485485399</c:v>
                </c:pt>
                <c:pt idx="80">
                  <c:v>0.82261495175175103</c:v>
                </c:pt>
                <c:pt idx="81">
                  <c:v>0.83289763864864796</c:v>
                </c:pt>
                <c:pt idx="82">
                  <c:v>0.84318032554554501</c:v>
                </c:pt>
                <c:pt idx="83">
                  <c:v>0.85346301244244205</c:v>
                </c:pt>
                <c:pt idx="84">
                  <c:v>0.86374569933933898</c:v>
                </c:pt>
                <c:pt idx="85">
                  <c:v>0.87402838623623602</c:v>
                </c:pt>
                <c:pt idx="86">
                  <c:v>0.88431107313313295</c:v>
                </c:pt>
                <c:pt idx="87">
                  <c:v>0.89459376003002999</c:v>
                </c:pt>
                <c:pt idx="88">
                  <c:v>0.90487644692692604</c:v>
                </c:pt>
                <c:pt idx="89">
                  <c:v>0.91515913382382297</c:v>
                </c:pt>
                <c:pt idx="90">
                  <c:v>0.92544182072072001</c:v>
                </c:pt>
                <c:pt idx="91">
                  <c:v>0.93572450761761705</c:v>
                </c:pt>
                <c:pt idx="92">
                  <c:v>0.94600719451451398</c:v>
                </c:pt>
                <c:pt idx="93">
                  <c:v>0.95628988141141102</c:v>
                </c:pt>
                <c:pt idx="94">
                  <c:v>0.96657256830830796</c:v>
                </c:pt>
                <c:pt idx="95">
                  <c:v>0.976855255205205</c:v>
                </c:pt>
                <c:pt idx="96">
                  <c:v>0.98713794210210204</c:v>
                </c:pt>
                <c:pt idx="97">
                  <c:v>0.99742062899899897</c:v>
                </c:pt>
                <c:pt idx="98">
                  <c:v>1.0077033158958899</c:v>
                </c:pt>
                <c:pt idx="99">
                  <c:v>1.0179860027927901</c:v>
                </c:pt>
                <c:pt idx="100">
                  <c:v>1.02826868968968</c:v>
                </c:pt>
                <c:pt idx="101">
                  <c:v>1.0385513765865799</c:v>
                </c:pt>
                <c:pt idx="102">
                  <c:v>1.0488340634834801</c:v>
                </c:pt>
                <c:pt idx="103">
                  <c:v>1.05911675038038</c:v>
                </c:pt>
                <c:pt idx="104">
                  <c:v>1.0693994372772699</c:v>
                </c:pt>
                <c:pt idx="105">
                  <c:v>1.0796821241741701</c:v>
                </c:pt>
                <c:pt idx="106">
                  <c:v>1.08996481107107</c:v>
                </c:pt>
                <c:pt idx="107">
                  <c:v>1.10024749796796</c:v>
                </c:pt>
                <c:pt idx="108">
                  <c:v>1.1105301848648601</c:v>
                </c:pt>
                <c:pt idx="109">
                  <c:v>1.12081287176176</c:v>
                </c:pt>
                <c:pt idx="110">
                  <c:v>1.13109555865865</c:v>
                </c:pt>
                <c:pt idx="111">
                  <c:v>1.1413782455555499</c:v>
                </c:pt>
                <c:pt idx="112">
                  <c:v>1.15166093245245</c:v>
                </c:pt>
                <c:pt idx="113">
                  <c:v>1.16194361934934</c:v>
                </c:pt>
                <c:pt idx="114">
                  <c:v>1.1722263062462399</c:v>
                </c:pt>
                <c:pt idx="115">
                  <c:v>1.1825089931431401</c:v>
                </c:pt>
                <c:pt idx="116">
                  <c:v>1.19279168004004</c:v>
                </c:pt>
                <c:pt idx="117">
                  <c:v>1.2030743669369299</c:v>
                </c:pt>
                <c:pt idx="118">
                  <c:v>1.2133570538338301</c:v>
                </c:pt>
                <c:pt idx="119">
                  <c:v>1.22363974073073</c:v>
                </c:pt>
                <c:pt idx="120">
                  <c:v>1.2339224276276199</c:v>
                </c:pt>
                <c:pt idx="121">
                  <c:v>1.2442051145245201</c:v>
                </c:pt>
                <c:pt idx="122">
                  <c:v>1.25448780142142</c:v>
                </c:pt>
                <c:pt idx="123">
                  <c:v>1.26477048831831</c:v>
                </c:pt>
                <c:pt idx="124">
                  <c:v>1.2750531752152101</c:v>
                </c:pt>
                <c:pt idx="125">
                  <c:v>1.28533586211211</c:v>
                </c:pt>
                <c:pt idx="126">
                  <c:v>1.295618549009</c:v>
                </c:pt>
                <c:pt idx="127">
                  <c:v>1.3059012359058999</c:v>
                </c:pt>
                <c:pt idx="128">
                  <c:v>1.3161839228028001</c:v>
                </c:pt>
                <c:pt idx="129">
                  <c:v>1.32646660969969</c:v>
                </c:pt>
                <c:pt idx="130">
                  <c:v>1.3367492965965899</c:v>
                </c:pt>
                <c:pt idx="131">
                  <c:v>1.3470319834934901</c:v>
                </c:pt>
                <c:pt idx="132">
                  <c:v>1.35731467039039</c:v>
                </c:pt>
                <c:pt idx="133">
                  <c:v>1.3675973572872799</c:v>
                </c:pt>
                <c:pt idx="134">
                  <c:v>1.3778800441841801</c:v>
                </c:pt>
                <c:pt idx="135">
                  <c:v>1.38816273108108</c:v>
                </c:pt>
                <c:pt idx="136">
                  <c:v>1.39844541797797</c:v>
                </c:pt>
                <c:pt idx="137">
                  <c:v>1.4087281048748701</c:v>
                </c:pt>
                <c:pt idx="138">
                  <c:v>1.41901079177177</c:v>
                </c:pt>
                <c:pt idx="139">
                  <c:v>1.42929347866866</c:v>
                </c:pt>
                <c:pt idx="140">
                  <c:v>1.4395761655655599</c:v>
                </c:pt>
                <c:pt idx="141">
                  <c:v>1.44985885246246</c:v>
                </c:pt>
                <c:pt idx="142">
                  <c:v>1.46014153935935</c:v>
                </c:pt>
                <c:pt idx="143">
                  <c:v>1.4704242262562499</c:v>
                </c:pt>
                <c:pt idx="144">
                  <c:v>1.4807069131531501</c:v>
                </c:pt>
                <c:pt idx="145">
                  <c:v>1.49098960005005</c:v>
                </c:pt>
                <c:pt idx="146">
                  <c:v>1.5012722869469399</c:v>
                </c:pt>
                <c:pt idx="147">
                  <c:v>1.5115549738438401</c:v>
                </c:pt>
                <c:pt idx="148">
                  <c:v>1.52183766074074</c:v>
                </c:pt>
                <c:pt idx="149">
                  <c:v>1.5321203476376299</c:v>
                </c:pt>
                <c:pt idx="150">
                  <c:v>1.5424030345345301</c:v>
                </c:pt>
                <c:pt idx="151">
                  <c:v>1.55268572143143</c:v>
                </c:pt>
                <c:pt idx="152">
                  <c:v>1.56296840832832</c:v>
                </c:pt>
                <c:pt idx="153">
                  <c:v>1.5732510952252201</c:v>
                </c:pt>
                <c:pt idx="154">
                  <c:v>1.58353378212212</c:v>
                </c:pt>
                <c:pt idx="155">
                  <c:v>1.59381646901901</c:v>
                </c:pt>
                <c:pt idx="156">
                  <c:v>1.6040991559159099</c:v>
                </c:pt>
                <c:pt idx="157">
                  <c:v>1.6143818428128101</c:v>
                </c:pt>
                <c:pt idx="158">
                  <c:v>1.6246645297097</c:v>
                </c:pt>
                <c:pt idx="159">
                  <c:v>1.6349472166065999</c:v>
                </c:pt>
                <c:pt idx="160">
                  <c:v>1.6452299035035001</c:v>
                </c:pt>
                <c:pt idx="161">
                  <c:v>1.6555125904004</c:v>
                </c:pt>
                <c:pt idx="162">
                  <c:v>1.6657952772972899</c:v>
                </c:pt>
                <c:pt idx="163">
                  <c:v>1.6760779641941901</c:v>
                </c:pt>
                <c:pt idx="164">
                  <c:v>1.68636065109109</c:v>
                </c:pt>
                <c:pt idx="165">
                  <c:v>1.6966433379879799</c:v>
                </c:pt>
                <c:pt idx="166">
                  <c:v>1.7069260248848801</c:v>
                </c:pt>
                <c:pt idx="167">
                  <c:v>1.71720871178178</c:v>
                </c:pt>
                <c:pt idx="168">
                  <c:v>1.72749139867867</c:v>
                </c:pt>
                <c:pt idx="169">
                  <c:v>1.7377740855755699</c:v>
                </c:pt>
                <c:pt idx="170">
                  <c:v>1.74805677247247</c:v>
                </c:pt>
                <c:pt idx="171">
                  <c:v>1.75833945936936</c:v>
                </c:pt>
                <c:pt idx="172">
                  <c:v>1.7686221462662599</c:v>
                </c:pt>
                <c:pt idx="173">
                  <c:v>1.7789048331631601</c:v>
                </c:pt>
                <c:pt idx="174">
                  <c:v>1.78918752006006</c:v>
                </c:pt>
                <c:pt idx="175">
                  <c:v>1.7994702069569499</c:v>
                </c:pt>
                <c:pt idx="176">
                  <c:v>1.8097528938538501</c:v>
                </c:pt>
                <c:pt idx="177">
                  <c:v>1.82003558075075</c:v>
                </c:pt>
                <c:pt idx="178">
                  <c:v>1.8303182676476399</c:v>
                </c:pt>
                <c:pt idx="179">
                  <c:v>1.8406009545445401</c:v>
                </c:pt>
                <c:pt idx="180">
                  <c:v>1.85088364144144</c:v>
                </c:pt>
                <c:pt idx="181">
                  <c:v>1.86116632833833</c:v>
                </c:pt>
                <c:pt idx="182">
                  <c:v>1.8714490152352301</c:v>
                </c:pt>
                <c:pt idx="183">
                  <c:v>1.88173170213213</c:v>
                </c:pt>
                <c:pt idx="184">
                  <c:v>1.89201438902902</c:v>
                </c:pt>
                <c:pt idx="185">
                  <c:v>1.9022970759259199</c:v>
                </c:pt>
                <c:pt idx="186">
                  <c:v>1.9125797628228201</c:v>
                </c:pt>
                <c:pt idx="187">
                  <c:v>1.92286244971971</c:v>
                </c:pt>
                <c:pt idx="188">
                  <c:v>1.9331451366166099</c:v>
                </c:pt>
                <c:pt idx="189">
                  <c:v>1.9434278235135101</c:v>
                </c:pt>
                <c:pt idx="190">
                  <c:v>1.95371051041041</c:v>
                </c:pt>
                <c:pt idx="191">
                  <c:v>1.9639931973072999</c:v>
                </c:pt>
                <c:pt idx="192">
                  <c:v>1.9742758842042001</c:v>
                </c:pt>
                <c:pt idx="193">
                  <c:v>1.9845585711011</c:v>
                </c:pt>
                <c:pt idx="194">
                  <c:v>1.9948412579979899</c:v>
                </c:pt>
                <c:pt idx="195">
                  <c:v>2.0051239448948901</c:v>
                </c:pt>
                <c:pt idx="196">
                  <c:v>2.01540663179179</c:v>
                </c:pt>
                <c:pt idx="197">
                  <c:v>2.0256893186886802</c:v>
                </c:pt>
                <c:pt idx="198">
                  <c:v>2.0359720055855801</c:v>
                </c:pt>
                <c:pt idx="199">
                  <c:v>2.04625469248248</c:v>
                </c:pt>
                <c:pt idx="200">
                  <c:v>2.0565373793793702</c:v>
                </c:pt>
                <c:pt idx="201">
                  <c:v>2.0668200662762701</c:v>
                </c:pt>
                <c:pt idx="202">
                  <c:v>2.0771027531731701</c:v>
                </c:pt>
                <c:pt idx="203">
                  <c:v>2.08738544007007</c:v>
                </c:pt>
                <c:pt idx="204">
                  <c:v>2.0976681269669601</c:v>
                </c:pt>
                <c:pt idx="205">
                  <c:v>2.1079508138638601</c:v>
                </c:pt>
                <c:pt idx="206">
                  <c:v>2.11823350076076</c:v>
                </c:pt>
                <c:pt idx="207">
                  <c:v>2.1285161876576502</c:v>
                </c:pt>
                <c:pt idx="208">
                  <c:v>2.1387988745545501</c:v>
                </c:pt>
                <c:pt idx="209">
                  <c:v>2.14908156145145</c:v>
                </c:pt>
                <c:pt idx="210">
                  <c:v>2.1593642483483402</c:v>
                </c:pt>
                <c:pt idx="211">
                  <c:v>2.1696469352452401</c:v>
                </c:pt>
                <c:pt idx="212">
                  <c:v>2.17992962214214</c:v>
                </c:pt>
                <c:pt idx="213">
                  <c:v>2.1902123090390302</c:v>
                </c:pt>
                <c:pt idx="214">
                  <c:v>2.2004949959359301</c:v>
                </c:pt>
                <c:pt idx="215">
                  <c:v>2.21077768283283</c:v>
                </c:pt>
                <c:pt idx="216">
                  <c:v>2.2210603697297202</c:v>
                </c:pt>
                <c:pt idx="217">
                  <c:v>2.2313430566266201</c:v>
                </c:pt>
                <c:pt idx="218">
                  <c:v>2.2416257435235201</c:v>
                </c:pt>
                <c:pt idx="219">
                  <c:v>2.25190843042042</c:v>
                </c:pt>
                <c:pt idx="220">
                  <c:v>2.2621911173173102</c:v>
                </c:pt>
                <c:pt idx="221">
                  <c:v>2.2724738042142101</c:v>
                </c:pt>
                <c:pt idx="222">
                  <c:v>2.28275649111111</c:v>
                </c:pt>
                <c:pt idx="223">
                  <c:v>2.2930391780080002</c:v>
                </c:pt>
                <c:pt idx="224">
                  <c:v>2.3033218649049001</c:v>
                </c:pt>
                <c:pt idx="225">
                  <c:v>2.3136045518018</c:v>
                </c:pt>
                <c:pt idx="226">
                  <c:v>2.3238872386986902</c:v>
                </c:pt>
                <c:pt idx="227">
                  <c:v>2.3341699255955901</c:v>
                </c:pt>
                <c:pt idx="228">
                  <c:v>2.34445261249249</c:v>
                </c:pt>
                <c:pt idx="229">
                  <c:v>2.3547352993893802</c:v>
                </c:pt>
                <c:pt idx="230">
                  <c:v>2.3650179862862801</c:v>
                </c:pt>
                <c:pt idx="231">
                  <c:v>2.3753006731831801</c:v>
                </c:pt>
                <c:pt idx="232">
                  <c:v>2.38558336008008</c:v>
                </c:pt>
                <c:pt idx="233">
                  <c:v>2.3958660469769701</c:v>
                </c:pt>
                <c:pt idx="234">
                  <c:v>2.4061487338738701</c:v>
                </c:pt>
                <c:pt idx="235">
                  <c:v>2.41643142077077</c:v>
                </c:pt>
                <c:pt idx="236">
                  <c:v>2.4267141076676602</c:v>
                </c:pt>
                <c:pt idx="237">
                  <c:v>2.4369967945645601</c:v>
                </c:pt>
                <c:pt idx="238">
                  <c:v>2.44727948146146</c:v>
                </c:pt>
                <c:pt idx="239">
                  <c:v>2.4575621683583502</c:v>
                </c:pt>
                <c:pt idx="240">
                  <c:v>2.4678448552552501</c:v>
                </c:pt>
                <c:pt idx="241">
                  <c:v>2.47812754215215</c:v>
                </c:pt>
                <c:pt idx="242">
                  <c:v>2.4884102290490402</c:v>
                </c:pt>
                <c:pt idx="243">
                  <c:v>2.4986929159459401</c:v>
                </c:pt>
                <c:pt idx="244">
                  <c:v>2.50897560284284</c:v>
                </c:pt>
                <c:pt idx="245">
                  <c:v>2.5192582897397302</c:v>
                </c:pt>
                <c:pt idx="246">
                  <c:v>2.5295409766366301</c:v>
                </c:pt>
                <c:pt idx="247">
                  <c:v>2.5398236635335301</c:v>
                </c:pt>
                <c:pt idx="248">
                  <c:v>2.55010635043043</c:v>
                </c:pt>
                <c:pt idx="249">
                  <c:v>2.5603890373273201</c:v>
                </c:pt>
                <c:pt idx="250">
                  <c:v>2.5706717242242201</c:v>
                </c:pt>
                <c:pt idx="251">
                  <c:v>2.58095441112112</c:v>
                </c:pt>
                <c:pt idx="252">
                  <c:v>2.5912370980180102</c:v>
                </c:pt>
                <c:pt idx="253">
                  <c:v>2.6015197849149101</c:v>
                </c:pt>
                <c:pt idx="254">
                  <c:v>2.61180247181181</c:v>
                </c:pt>
                <c:pt idx="255">
                  <c:v>2.6220851587087002</c:v>
                </c:pt>
                <c:pt idx="256">
                  <c:v>2.6323678456056001</c:v>
                </c:pt>
                <c:pt idx="257">
                  <c:v>2.6426505325025</c:v>
                </c:pt>
                <c:pt idx="258">
                  <c:v>2.6529332193993902</c:v>
                </c:pt>
                <c:pt idx="259">
                  <c:v>2.6632159062962901</c:v>
                </c:pt>
                <c:pt idx="260">
                  <c:v>2.6734985931931901</c:v>
                </c:pt>
                <c:pt idx="261">
                  <c:v>2.68378128009009</c:v>
                </c:pt>
                <c:pt idx="262">
                  <c:v>2.6940639669869801</c:v>
                </c:pt>
                <c:pt idx="263">
                  <c:v>2.7043466538838801</c:v>
                </c:pt>
                <c:pt idx="264">
                  <c:v>2.71462934078078</c:v>
                </c:pt>
                <c:pt idx="265">
                  <c:v>2.7249120276776702</c:v>
                </c:pt>
                <c:pt idx="266">
                  <c:v>2.7351947145745701</c:v>
                </c:pt>
                <c:pt idx="267">
                  <c:v>2.74547740147147</c:v>
                </c:pt>
                <c:pt idx="268">
                  <c:v>2.7557600883683602</c:v>
                </c:pt>
                <c:pt idx="269">
                  <c:v>2.7660427752652601</c:v>
                </c:pt>
                <c:pt idx="270">
                  <c:v>2.77632546216216</c:v>
                </c:pt>
                <c:pt idx="271">
                  <c:v>2.7866081490590502</c:v>
                </c:pt>
                <c:pt idx="272">
                  <c:v>2.7968908359559501</c:v>
                </c:pt>
                <c:pt idx="273">
                  <c:v>2.80717352285285</c:v>
                </c:pt>
                <c:pt idx="274">
                  <c:v>2.8174562097497402</c:v>
                </c:pt>
                <c:pt idx="275">
                  <c:v>2.8277388966466401</c:v>
                </c:pt>
                <c:pt idx="276">
                  <c:v>2.8380215835435401</c:v>
                </c:pt>
                <c:pt idx="277">
                  <c:v>2.84830427044044</c:v>
                </c:pt>
                <c:pt idx="278">
                  <c:v>2.8585869573373301</c:v>
                </c:pt>
                <c:pt idx="279">
                  <c:v>2.8688696442342301</c:v>
                </c:pt>
                <c:pt idx="280">
                  <c:v>2.87915233113113</c:v>
                </c:pt>
                <c:pt idx="281">
                  <c:v>2.8894350180280202</c:v>
                </c:pt>
                <c:pt idx="282">
                  <c:v>2.8997177049249201</c:v>
                </c:pt>
                <c:pt idx="283">
                  <c:v>2.91000039182182</c:v>
                </c:pt>
                <c:pt idx="284">
                  <c:v>2.9202830787187102</c:v>
                </c:pt>
                <c:pt idx="285">
                  <c:v>2.9305657656156101</c:v>
                </c:pt>
                <c:pt idx="286">
                  <c:v>2.94084845251251</c:v>
                </c:pt>
                <c:pt idx="287">
                  <c:v>2.9511311394094002</c:v>
                </c:pt>
                <c:pt idx="288">
                  <c:v>2.9614138263063001</c:v>
                </c:pt>
                <c:pt idx="289">
                  <c:v>2.9716965132032001</c:v>
                </c:pt>
                <c:pt idx="290">
                  <c:v>2.9819792001001</c:v>
                </c:pt>
                <c:pt idx="291">
                  <c:v>2.9922618869969901</c:v>
                </c:pt>
                <c:pt idx="292">
                  <c:v>3.0025445738938901</c:v>
                </c:pt>
                <c:pt idx="293">
                  <c:v>3.01282726079079</c:v>
                </c:pt>
                <c:pt idx="294">
                  <c:v>3.0231099476876802</c:v>
                </c:pt>
                <c:pt idx="295">
                  <c:v>3.0333926345845801</c:v>
                </c:pt>
                <c:pt idx="296">
                  <c:v>3.04367532148148</c:v>
                </c:pt>
                <c:pt idx="297">
                  <c:v>3.0539580083783702</c:v>
                </c:pt>
                <c:pt idx="298">
                  <c:v>3.0642406952752701</c:v>
                </c:pt>
                <c:pt idx="299">
                  <c:v>3.07452338217217</c:v>
                </c:pt>
                <c:pt idx="300">
                  <c:v>3.0848060690690602</c:v>
                </c:pt>
                <c:pt idx="301">
                  <c:v>3.0950887559659601</c:v>
                </c:pt>
                <c:pt idx="302">
                  <c:v>3.10537144286286</c:v>
                </c:pt>
                <c:pt idx="303">
                  <c:v>3.1156541297597502</c:v>
                </c:pt>
                <c:pt idx="304">
                  <c:v>3.1259368166566501</c:v>
                </c:pt>
                <c:pt idx="305">
                  <c:v>3.1362195035535501</c:v>
                </c:pt>
                <c:pt idx="306">
                  <c:v>3.14650219045045</c:v>
                </c:pt>
                <c:pt idx="307">
                  <c:v>3.1567848773473401</c:v>
                </c:pt>
                <c:pt idx="308">
                  <c:v>3.1670675642442401</c:v>
                </c:pt>
                <c:pt idx="309">
                  <c:v>3.17735025114114</c:v>
                </c:pt>
                <c:pt idx="310">
                  <c:v>3.1876329380380302</c:v>
                </c:pt>
                <c:pt idx="311">
                  <c:v>3.1979156249349301</c:v>
                </c:pt>
                <c:pt idx="312">
                  <c:v>3.20819831183183</c:v>
                </c:pt>
                <c:pt idx="313">
                  <c:v>3.2184809987287202</c:v>
                </c:pt>
                <c:pt idx="314">
                  <c:v>3.2287636856256201</c:v>
                </c:pt>
                <c:pt idx="315">
                  <c:v>3.23904637252252</c:v>
                </c:pt>
                <c:pt idx="316">
                  <c:v>3.2493290594194102</c:v>
                </c:pt>
                <c:pt idx="317">
                  <c:v>3.2596117463163101</c:v>
                </c:pt>
                <c:pt idx="318">
                  <c:v>3.26989443321321</c:v>
                </c:pt>
                <c:pt idx="319">
                  <c:v>3.28017712011011</c:v>
                </c:pt>
                <c:pt idx="320">
                  <c:v>3.2904598070070001</c:v>
                </c:pt>
                <c:pt idx="321">
                  <c:v>3.3007424939039001</c:v>
                </c:pt>
                <c:pt idx="322">
                  <c:v>3.3110251808008</c:v>
                </c:pt>
                <c:pt idx="323">
                  <c:v>3.3213078676976902</c:v>
                </c:pt>
                <c:pt idx="324">
                  <c:v>3.3315905545945901</c:v>
                </c:pt>
                <c:pt idx="325">
                  <c:v>3.34187324149149</c:v>
                </c:pt>
                <c:pt idx="326">
                  <c:v>3.3521559283883802</c:v>
                </c:pt>
                <c:pt idx="327">
                  <c:v>3.3624386152852801</c:v>
                </c:pt>
                <c:pt idx="328">
                  <c:v>3.37272130218218</c:v>
                </c:pt>
                <c:pt idx="329">
                  <c:v>3.3830039890790702</c:v>
                </c:pt>
                <c:pt idx="330">
                  <c:v>3.3932866759759701</c:v>
                </c:pt>
                <c:pt idx="331">
                  <c:v>3.40356936287287</c:v>
                </c:pt>
                <c:pt idx="332">
                  <c:v>3.4138520497697602</c:v>
                </c:pt>
                <c:pt idx="333">
                  <c:v>3.4241347366666601</c:v>
                </c:pt>
                <c:pt idx="334">
                  <c:v>3.4344174235635601</c:v>
                </c:pt>
                <c:pt idx="335">
                  <c:v>3.44470011046046</c:v>
                </c:pt>
                <c:pt idx="336">
                  <c:v>3.4549827973573501</c:v>
                </c:pt>
                <c:pt idx="337">
                  <c:v>3.4652654842542501</c:v>
                </c:pt>
                <c:pt idx="338">
                  <c:v>3.47554817115115</c:v>
                </c:pt>
                <c:pt idx="339">
                  <c:v>3.4858308580480402</c:v>
                </c:pt>
                <c:pt idx="340">
                  <c:v>3.4961135449449401</c:v>
                </c:pt>
                <c:pt idx="341">
                  <c:v>3.50639623184184</c:v>
                </c:pt>
                <c:pt idx="342">
                  <c:v>3.5166789187387302</c:v>
                </c:pt>
                <c:pt idx="343">
                  <c:v>3.5269616056356301</c:v>
                </c:pt>
                <c:pt idx="344">
                  <c:v>3.53724429253253</c:v>
                </c:pt>
                <c:pt idx="345">
                  <c:v>3.5475269794294202</c:v>
                </c:pt>
                <c:pt idx="346">
                  <c:v>3.5578096663263201</c:v>
                </c:pt>
                <c:pt idx="347">
                  <c:v>3.56809235322322</c:v>
                </c:pt>
                <c:pt idx="348">
                  <c:v>3.57837504012012</c:v>
                </c:pt>
                <c:pt idx="349">
                  <c:v>3.5886577270170101</c:v>
                </c:pt>
                <c:pt idx="350">
                  <c:v>3.5989404139139101</c:v>
                </c:pt>
                <c:pt idx="351">
                  <c:v>3.60922310081081</c:v>
                </c:pt>
                <c:pt idx="352">
                  <c:v>3.6195057877077002</c:v>
                </c:pt>
                <c:pt idx="353">
                  <c:v>3.6297884746046001</c:v>
                </c:pt>
                <c:pt idx="354">
                  <c:v>3.6400711615015</c:v>
                </c:pt>
                <c:pt idx="355">
                  <c:v>3.6503538483983902</c:v>
                </c:pt>
                <c:pt idx="356">
                  <c:v>3.6606365352952901</c:v>
                </c:pt>
                <c:pt idx="357">
                  <c:v>3.67091922219219</c:v>
                </c:pt>
                <c:pt idx="358">
                  <c:v>3.6812019090890802</c:v>
                </c:pt>
                <c:pt idx="359">
                  <c:v>3.6914845959859801</c:v>
                </c:pt>
                <c:pt idx="360">
                  <c:v>3.70176728288288</c:v>
                </c:pt>
                <c:pt idx="361">
                  <c:v>3.7120499697797702</c:v>
                </c:pt>
                <c:pt idx="362">
                  <c:v>3.7223326566766701</c:v>
                </c:pt>
                <c:pt idx="363">
                  <c:v>3.7326153435735701</c:v>
                </c:pt>
                <c:pt idx="364">
                  <c:v>3.74289803047047</c:v>
                </c:pt>
                <c:pt idx="365">
                  <c:v>3.7531807173673601</c:v>
                </c:pt>
                <c:pt idx="366">
                  <c:v>3.7634634042642601</c:v>
                </c:pt>
                <c:pt idx="367">
                  <c:v>3.77374609116116</c:v>
                </c:pt>
                <c:pt idx="368">
                  <c:v>3.7840287780580502</c:v>
                </c:pt>
                <c:pt idx="369">
                  <c:v>3.7943114649549501</c:v>
                </c:pt>
                <c:pt idx="370">
                  <c:v>3.80459415185185</c:v>
                </c:pt>
                <c:pt idx="371">
                  <c:v>3.8148768387487402</c:v>
                </c:pt>
                <c:pt idx="372">
                  <c:v>3.8251595256456401</c:v>
                </c:pt>
                <c:pt idx="373">
                  <c:v>3.83544221254254</c:v>
                </c:pt>
                <c:pt idx="374">
                  <c:v>3.8457248994394302</c:v>
                </c:pt>
                <c:pt idx="375">
                  <c:v>3.8560075863363301</c:v>
                </c:pt>
                <c:pt idx="376">
                  <c:v>3.86629027323323</c:v>
                </c:pt>
                <c:pt idx="377">
                  <c:v>3.87657296013013</c:v>
                </c:pt>
                <c:pt idx="378">
                  <c:v>3.8868556470270201</c:v>
                </c:pt>
                <c:pt idx="379">
                  <c:v>3.8971383339239201</c:v>
                </c:pt>
                <c:pt idx="380">
                  <c:v>3.90742102082082</c:v>
                </c:pt>
                <c:pt idx="381">
                  <c:v>3.9177037077177101</c:v>
                </c:pt>
                <c:pt idx="382">
                  <c:v>3.9279863946146101</c:v>
                </c:pt>
                <c:pt idx="383">
                  <c:v>3.93826908151151</c:v>
                </c:pt>
                <c:pt idx="384">
                  <c:v>3.9485517684084002</c:v>
                </c:pt>
                <c:pt idx="385">
                  <c:v>3.9588344553053001</c:v>
                </c:pt>
                <c:pt idx="386">
                  <c:v>3.9691171422022</c:v>
                </c:pt>
                <c:pt idx="387">
                  <c:v>3.9793998290990902</c:v>
                </c:pt>
                <c:pt idx="388">
                  <c:v>3.9896825159959901</c:v>
                </c:pt>
                <c:pt idx="389">
                  <c:v>3.99996520289289</c:v>
                </c:pt>
                <c:pt idx="390">
                  <c:v>4.01024788978979</c:v>
                </c:pt>
                <c:pt idx="391">
                  <c:v>4.0205305766866797</c:v>
                </c:pt>
                <c:pt idx="392">
                  <c:v>4.0308132635835801</c:v>
                </c:pt>
                <c:pt idx="393">
                  <c:v>4.0410959504804804</c:v>
                </c:pt>
                <c:pt idx="394">
                  <c:v>4.0513786373773701</c:v>
                </c:pt>
                <c:pt idx="395">
                  <c:v>4.0616613242742696</c:v>
                </c:pt>
                <c:pt idx="396">
                  <c:v>4.07194401117117</c:v>
                </c:pt>
                <c:pt idx="397">
                  <c:v>4.0822266980680597</c:v>
                </c:pt>
                <c:pt idx="398">
                  <c:v>4.0925093849649601</c:v>
                </c:pt>
                <c:pt idx="399">
                  <c:v>4.1027920718618596</c:v>
                </c:pt>
                <c:pt idx="400">
                  <c:v>4.1130747587587502</c:v>
                </c:pt>
                <c:pt idx="401">
                  <c:v>4.1233574456556497</c:v>
                </c:pt>
                <c:pt idx="402">
                  <c:v>4.13364013255255</c:v>
                </c:pt>
                <c:pt idx="403">
                  <c:v>4.1439228194494397</c:v>
                </c:pt>
                <c:pt idx="404">
                  <c:v>4.1542055063463401</c:v>
                </c:pt>
                <c:pt idx="405">
                  <c:v>4.1644881932432396</c:v>
                </c:pt>
                <c:pt idx="406">
                  <c:v>4.17477088014014</c:v>
                </c:pt>
                <c:pt idx="407">
                  <c:v>4.1850535670370297</c:v>
                </c:pt>
                <c:pt idx="408">
                  <c:v>4.1953362539339301</c:v>
                </c:pt>
                <c:pt idx="409">
                  <c:v>4.2056189408308304</c:v>
                </c:pt>
                <c:pt idx="410">
                  <c:v>4.2159016277277201</c:v>
                </c:pt>
                <c:pt idx="411">
                  <c:v>4.2261843146246196</c:v>
                </c:pt>
                <c:pt idx="412">
                  <c:v>4.23646700152152</c:v>
                </c:pt>
                <c:pt idx="413">
                  <c:v>4.2467496884184097</c:v>
                </c:pt>
                <c:pt idx="414">
                  <c:v>4.2570323753153101</c:v>
                </c:pt>
                <c:pt idx="415">
                  <c:v>4.2673150622122096</c:v>
                </c:pt>
                <c:pt idx="416">
                  <c:v>4.2775977491091002</c:v>
                </c:pt>
                <c:pt idx="417">
                  <c:v>4.2878804360059997</c:v>
                </c:pt>
                <c:pt idx="418">
                  <c:v>4.2981631229029</c:v>
                </c:pt>
                <c:pt idx="419">
                  <c:v>4.3084458097997897</c:v>
                </c:pt>
                <c:pt idx="420">
                  <c:v>4.3187284966966901</c:v>
                </c:pt>
                <c:pt idx="421">
                  <c:v>4.3290111835935896</c:v>
                </c:pt>
                <c:pt idx="422">
                  <c:v>4.33929387049049</c:v>
                </c:pt>
                <c:pt idx="423">
                  <c:v>4.3495765573873797</c:v>
                </c:pt>
                <c:pt idx="424">
                  <c:v>4.3598592442842801</c:v>
                </c:pt>
                <c:pt idx="425">
                  <c:v>4.3701419311811804</c:v>
                </c:pt>
                <c:pt idx="426">
                  <c:v>4.3804246180780702</c:v>
                </c:pt>
                <c:pt idx="427">
                  <c:v>4.3907073049749696</c:v>
                </c:pt>
                <c:pt idx="428">
                  <c:v>4.40098999187187</c:v>
                </c:pt>
                <c:pt idx="429">
                  <c:v>4.4112726787687597</c:v>
                </c:pt>
                <c:pt idx="430">
                  <c:v>4.4215553656656601</c:v>
                </c:pt>
                <c:pt idx="431">
                  <c:v>4.4318380525625596</c:v>
                </c:pt>
                <c:pt idx="432">
                  <c:v>4.4421207394594502</c:v>
                </c:pt>
                <c:pt idx="433">
                  <c:v>4.4524034263563497</c:v>
                </c:pt>
                <c:pt idx="434">
                  <c:v>4.46268611325325</c:v>
                </c:pt>
                <c:pt idx="435">
                  <c:v>4.4729688001501398</c:v>
                </c:pt>
                <c:pt idx="436">
                  <c:v>4.4832514870470401</c:v>
                </c:pt>
                <c:pt idx="437">
                  <c:v>4.4935341739439396</c:v>
                </c:pt>
                <c:pt idx="438">
                  <c:v>4.50381686084084</c:v>
                </c:pt>
                <c:pt idx="439">
                  <c:v>4.5140995477377297</c:v>
                </c:pt>
                <c:pt idx="440">
                  <c:v>4.5243822346346301</c:v>
                </c:pt>
                <c:pt idx="441">
                  <c:v>4.5346649215315296</c:v>
                </c:pt>
                <c:pt idx="442">
                  <c:v>4.5449476084284202</c:v>
                </c:pt>
                <c:pt idx="443">
                  <c:v>4.5552302953253196</c:v>
                </c:pt>
                <c:pt idx="444">
                  <c:v>4.56551298222222</c:v>
                </c:pt>
                <c:pt idx="445">
                  <c:v>4.5757956691191097</c:v>
                </c:pt>
                <c:pt idx="446">
                  <c:v>4.5860783560160101</c:v>
                </c:pt>
                <c:pt idx="447">
                  <c:v>4.5963610429129096</c:v>
                </c:pt>
                <c:pt idx="448">
                  <c:v>4.6066437298098002</c:v>
                </c:pt>
                <c:pt idx="449">
                  <c:v>4.6169264167066997</c:v>
                </c:pt>
                <c:pt idx="450">
                  <c:v>4.6272091036036</c:v>
                </c:pt>
                <c:pt idx="451">
                  <c:v>4.6374917905005004</c:v>
                </c:pt>
                <c:pt idx="452">
                  <c:v>4.6477744773973901</c:v>
                </c:pt>
                <c:pt idx="453">
                  <c:v>4.6580571642942896</c:v>
                </c:pt>
                <c:pt idx="454">
                  <c:v>4.66833985119119</c:v>
                </c:pt>
                <c:pt idx="455">
                  <c:v>4.6786225380880797</c:v>
                </c:pt>
                <c:pt idx="456">
                  <c:v>4.6889052249849801</c:v>
                </c:pt>
                <c:pt idx="457">
                  <c:v>4.6991879118818796</c:v>
                </c:pt>
                <c:pt idx="458">
                  <c:v>4.7094705987787702</c:v>
                </c:pt>
                <c:pt idx="459">
                  <c:v>4.7197532856756697</c:v>
                </c:pt>
                <c:pt idx="460">
                  <c:v>4.73003597257257</c:v>
                </c:pt>
                <c:pt idx="461">
                  <c:v>4.7403186594694597</c:v>
                </c:pt>
                <c:pt idx="462">
                  <c:v>4.7506013463663601</c:v>
                </c:pt>
                <c:pt idx="463">
                  <c:v>4.7608840332632596</c:v>
                </c:pt>
                <c:pt idx="464">
                  <c:v>4.77116672016016</c:v>
                </c:pt>
                <c:pt idx="465">
                  <c:v>4.7814494070570497</c:v>
                </c:pt>
                <c:pt idx="466">
                  <c:v>4.7917320939539501</c:v>
                </c:pt>
                <c:pt idx="467">
                  <c:v>4.8020147808508504</c:v>
                </c:pt>
                <c:pt idx="468">
                  <c:v>4.8122974677477401</c:v>
                </c:pt>
                <c:pt idx="469">
                  <c:v>4.8225801546446396</c:v>
                </c:pt>
                <c:pt idx="470">
                  <c:v>4.83286284154154</c:v>
                </c:pt>
                <c:pt idx="471">
                  <c:v>4.8431455284384297</c:v>
                </c:pt>
                <c:pt idx="472">
                  <c:v>4.8534282153353301</c:v>
                </c:pt>
                <c:pt idx="473">
                  <c:v>4.8637109022322296</c:v>
                </c:pt>
                <c:pt idx="474">
                  <c:v>4.8739935891291202</c:v>
                </c:pt>
                <c:pt idx="475">
                  <c:v>4.8842762760260197</c:v>
                </c:pt>
                <c:pt idx="476">
                  <c:v>4.89455896292292</c:v>
                </c:pt>
                <c:pt idx="477">
                  <c:v>4.9048416498198097</c:v>
                </c:pt>
                <c:pt idx="478">
                  <c:v>4.9151243367167101</c:v>
                </c:pt>
                <c:pt idx="479">
                  <c:v>4.9254070236136096</c:v>
                </c:pt>
                <c:pt idx="480">
                  <c:v>4.93568971051051</c:v>
                </c:pt>
                <c:pt idx="481">
                  <c:v>4.9459723974073997</c:v>
                </c:pt>
                <c:pt idx="482">
                  <c:v>4.9562550843043001</c:v>
                </c:pt>
                <c:pt idx="483">
                  <c:v>4.9665377712012004</c:v>
                </c:pt>
                <c:pt idx="484">
                  <c:v>4.9768204580980901</c:v>
                </c:pt>
                <c:pt idx="485">
                  <c:v>4.9871031449949896</c:v>
                </c:pt>
                <c:pt idx="486">
                  <c:v>4.99738583189189</c:v>
                </c:pt>
                <c:pt idx="487">
                  <c:v>5.0076685187887797</c:v>
                </c:pt>
                <c:pt idx="488">
                  <c:v>5.0179512056856801</c:v>
                </c:pt>
                <c:pt idx="489">
                  <c:v>5.0282338925825796</c:v>
                </c:pt>
                <c:pt idx="490">
                  <c:v>5.0385165794794702</c:v>
                </c:pt>
                <c:pt idx="491">
                  <c:v>5.0487992663763697</c:v>
                </c:pt>
                <c:pt idx="492">
                  <c:v>5.05908195327327</c:v>
                </c:pt>
                <c:pt idx="493">
                  <c:v>5.0693646401701598</c:v>
                </c:pt>
                <c:pt idx="494">
                  <c:v>5.0796473270670601</c:v>
                </c:pt>
                <c:pt idx="495">
                  <c:v>5.0899300139639596</c:v>
                </c:pt>
                <c:pt idx="496">
                  <c:v>5.10021270086086</c:v>
                </c:pt>
                <c:pt idx="497">
                  <c:v>5.1104953877577497</c:v>
                </c:pt>
                <c:pt idx="498">
                  <c:v>5.1207780746546501</c:v>
                </c:pt>
                <c:pt idx="499">
                  <c:v>5.1310607615515504</c:v>
                </c:pt>
                <c:pt idx="500">
                  <c:v>5.1413434484484402</c:v>
                </c:pt>
                <c:pt idx="501">
                  <c:v>5.1516261353453396</c:v>
                </c:pt>
                <c:pt idx="502">
                  <c:v>5.16190882224224</c:v>
                </c:pt>
                <c:pt idx="503">
                  <c:v>5.1721915091391297</c:v>
                </c:pt>
                <c:pt idx="504">
                  <c:v>5.1824741960360301</c:v>
                </c:pt>
                <c:pt idx="505">
                  <c:v>5.1927568829329296</c:v>
                </c:pt>
                <c:pt idx="506">
                  <c:v>5.2030395698298202</c:v>
                </c:pt>
                <c:pt idx="507">
                  <c:v>5.2133222567267197</c:v>
                </c:pt>
                <c:pt idx="508">
                  <c:v>5.22360494362362</c:v>
                </c:pt>
                <c:pt idx="509">
                  <c:v>5.2338876305205204</c:v>
                </c:pt>
                <c:pt idx="510">
                  <c:v>5.2441703174174101</c:v>
                </c:pt>
                <c:pt idx="511">
                  <c:v>5.2544530043143096</c:v>
                </c:pt>
                <c:pt idx="512">
                  <c:v>5.26473569121121</c:v>
                </c:pt>
                <c:pt idx="513">
                  <c:v>5.2750183781080997</c:v>
                </c:pt>
                <c:pt idx="514">
                  <c:v>5.2853010650050001</c:v>
                </c:pt>
                <c:pt idx="515">
                  <c:v>5.2955837519018996</c:v>
                </c:pt>
                <c:pt idx="516">
                  <c:v>5.3058664387987902</c:v>
                </c:pt>
                <c:pt idx="517">
                  <c:v>5.3161491256956896</c:v>
                </c:pt>
                <c:pt idx="518">
                  <c:v>5.32643181259259</c:v>
                </c:pt>
                <c:pt idx="519">
                  <c:v>5.3367144994894797</c:v>
                </c:pt>
                <c:pt idx="520">
                  <c:v>5.3469971863863801</c:v>
                </c:pt>
                <c:pt idx="521">
                  <c:v>5.3572798732832796</c:v>
                </c:pt>
                <c:pt idx="522">
                  <c:v>5.36756256018018</c:v>
                </c:pt>
                <c:pt idx="523">
                  <c:v>5.3778452470770697</c:v>
                </c:pt>
                <c:pt idx="524">
                  <c:v>5.3881279339739701</c:v>
                </c:pt>
                <c:pt idx="525">
                  <c:v>5.3984106208708704</c:v>
                </c:pt>
                <c:pt idx="526">
                  <c:v>5.4086933077677601</c:v>
                </c:pt>
                <c:pt idx="527">
                  <c:v>5.4189759946646596</c:v>
                </c:pt>
                <c:pt idx="528">
                  <c:v>5.42925868156156</c:v>
                </c:pt>
                <c:pt idx="529">
                  <c:v>5.4395413684584497</c:v>
                </c:pt>
                <c:pt idx="530">
                  <c:v>5.4498240553553501</c:v>
                </c:pt>
                <c:pt idx="531">
                  <c:v>5.4601067422522496</c:v>
                </c:pt>
                <c:pt idx="532">
                  <c:v>5.4703894291491402</c:v>
                </c:pt>
                <c:pt idx="533">
                  <c:v>5.4806721160460397</c:v>
                </c:pt>
                <c:pt idx="534">
                  <c:v>5.49095480294294</c:v>
                </c:pt>
                <c:pt idx="535">
                  <c:v>5.5012374898398297</c:v>
                </c:pt>
                <c:pt idx="536">
                  <c:v>5.5115201767367301</c:v>
                </c:pt>
                <c:pt idx="537">
                  <c:v>5.5218028636336296</c:v>
                </c:pt>
                <c:pt idx="538">
                  <c:v>5.53208555053053</c:v>
                </c:pt>
                <c:pt idx="539">
                  <c:v>5.5423682374274197</c:v>
                </c:pt>
                <c:pt idx="540">
                  <c:v>5.5526509243243201</c:v>
                </c:pt>
                <c:pt idx="541">
                  <c:v>5.5629336112212204</c:v>
                </c:pt>
                <c:pt idx="542">
                  <c:v>5.5732162981181101</c:v>
                </c:pt>
                <c:pt idx="543">
                  <c:v>5.5834989850150096</c:v>
                </c:pt>
                <c:pt idx="544">
                  <c:v>5.59378167191191</c:v>
                </c:pt>
                <c:pt idx="545">
                  <c:v>5.6040643588087997</c:v>
                </c:pt>
                <c:pt idx="546">
                  <c:v>5.6143470457057001</c:v>
                </c:pt>
                <c:pt idx="547">
                  <c:v>5.6246297326025996</c:v>
                </c:pt>
                <c:pt idx="548">
                  <c:v>5.6349124194994902</c:v>
                </c:pt>
                <c:pt idx="549">
                  <c:v>5.6451951063963897</c:v>
                </c:pt>
                <c:pt idx="550">
                  <c:v>5.65547779329329</c:v>
                </c:pt>
                <c:pt idx="551">
                  <c:v>5.6657604801901797</c:v>
                </c:pt>
                <c:pt idx="552">
                  <c:v>5.6760431670870801</c:v>
                </c:pt>
                <c:pt idx="553">
                  <c:v>5.6863258539839796</c:v>
                </c:pt>
                <c:pt idx="554">
                  <c:v>5.69660854088088</c:v>
                </c:pt>
                <c:pt idx="555">
                  <c:v>5.7068912277777697</c:v>
                </c:pt>
                <c:pt idx="556">
                  <c:v>5.7171739146746701</c:v>
                </c:pt>
                <c:pt idx="557">
                  <c:v>5.7274566015715704</c:v>
                </c:pt>
                <c:pt idx="558">
                  <c:v>5.7377392884684602</c:v>
                </c:pt>
                <c:pt idx="559">
                  <c:v>5.7480219753653596</c:v>
                </c:pt>
                <c:pt idx="560">
                  <c:v>5.75830466226226</c:v>
                </c:pt>
                <c:pt idx="561">
                  <c:v>5.7685873491591497</c:v>
                </c:pt>
                <c:pt idx="562">
                  <c:v>5.7788700360560501</c:v>
                </c:pt>
                <c:pt idx="563">
                  <c:v>5.7891527229529496</c:v>
                </c:pt>
                <c:pt idx="564">
                  <c:v>5.7994354098498402</c:v>
                </c:pt>
                <c:pt idx="565">
                  <c:v>5.8097180967467397</c:v>
                </c:pt>
                <c:pt idx="566">
                  <c:v>5.82000078364364</c:v>
                </c:pt>
                <c:pt idx="567">
                  <c:v>5.8302834705405404</c:v>
                </c:pt>
                <c:pt idx="568">
                  <c:v>5.8405661574374301</c:v>
                </c:pt>
                <c:pt idx="569">
                  <c:v>5.8508488443343296</c:v>
                </c:pt>
                <c:pt idx="570">
                  <c:v>5.86113153123123</c:v>
                </c:pt>
                <c:pt idx="571">
                  <c:v>5.8714142181281197</c:v>
                </c:pt>
                <c:pt idx="572">
                  <c:v>5.8816969050250201</c:v>
                </c:pt>
                <c:pt idx="573">
                  <c:v>5.8919795919219196</c:v>
                </c:pt>
                <c:pt idx="574">
                  <c:v>5.9022622788188102</c:v>
                </c:pt>
                <c:pt idx="575">
                  <c:v>5.9125449657157096</c:v>
                </c:pt>
                <c:pt idx="576">
                  <c:v>5.92282765261261</c:v>
                </c:pt>
                <c:pt idx="577">
                  <c:v>5.9331103395094997</c:v>
                </c:pt>
                <c:pt idx="578">
                  <c:v>5.9433930264064001</c:v>
                </c:pt>
                <c:pt idx="579">
                  <c:v>5.9536757133032996</c:v>
                </c:pt>
                <c:pt idx="580">
                  <c:v>5.9639584002002</c:v>
                </c:pt>
                <c:pt idx="581">
                  <c:v>5.9742410870970897</c:v>
                </c:pt>
                <c:pt idx="582">
                  <c:v>5.98452377399399</c:v>
                </c:pt>
                <c:pt idx="583">
                  <c:v>5.9948064608908904</c:v>
                </c:pt>
                <c:pt idx="584">
                  <c:v>6.0050891477877801</c:v>
                </c:pt>
                <c:pt idx="585">
                  <c:v>6.0153718346846796</c:v>
                </c:pt>
                <c:pt idx="586">
                  <c:v>6.02565452158158</c:v>
                </c:pt>
                <c:pt idx="587">
                  <c:v>6.0359372084784697</c:v>
                </c:pt>
                <c:pt idx="588">
                  <c:v>6.0462198953753701</c:v>
                </c:pt>
                <c:pt idx="589">
                  <c:v>6.0565025822722696</c:v>
                </c:pt>
                <c:pt idx="590">
                  <c:v>6.0667852691691602</c:v>
                </c:pt>
                <c:pt idx="591">
                  <c:v>6.0770679560660597</c:v>
                </c:pt>
                <c:pt idx="592">
                  <c:v>6.08735064296296</c:v>
                </c:pt>
                <c:pt idx="593">
                  <c:v>6.0976333298598497</c:v>
                </c:pt>
                <c:pt idx="594">
                  <c:v>6.1079160167567501</c:v>
                </c:pt>
                <c:pt idx="595">
                  <c:v>6.1181987036536496</c:v>
                </c:pt>
                <c:pt idx="596">
                  <c:v>6.12848139055055</c:v>
                </c:pt>
                <c:pt idx="597">
                  <c:v>6.1387640774474397</c:v>
                </c:pt>
                <c:pt idx="598">
                  <c:v>6.1490467643443401</c:v>
                </c:pt>
                <c:pt idx="599">
                  <c:v>6.1593294512412404</c:v>
                </c:pt>
                <c:pt idx="600">
                  <c:v>6.1696121381381301</c:v>
                </c:pt>
                <c:pt idx="601">
                  <c:v>6.1798948250350296</c:v>
                </c:pt>
                <c:pt idx="602">
                  <c:v>6.19017751193193</c:v>
                </c:pt>
                <c:pt idx="603">
                  <c:v>6.2004601988288197</c:v>
                </c:pt>
                <c:pt idx="604">
                  <c:v>6.2107428857257201</c:v>
                </c:pt>
                <c:pt idx="605">
                  <c:v>6.2210255726226196</c:v>
                </c:pt>
                <c:pt idx="606">
                  <c:v>6.2313082595195102</c:v>
                </c:pt>
                <c:pt idx="607">
                  <c:v>6.2415909464164097</c:v>
                </c:pt>
                <c:pt idx="608">
                  <c:v>6.25187363331331</c:v>
                </c:pt>
                <c:pt idx="609">
                  <c:v>6.2621563202101997</c:v>
                </c:pt>
                <c:pt idx="610">
                  <c:v>6.2724390071071001</c:v>
                </c:pt>
                <c:pt idx="611">
                  <c:v>6.2827216940039996</c:v>
                </c:pt>
                <c:pt idx="612">
                  <c:v>6.2930043809009</c:v>
                </c:pt>
                <c:pt idx="613">
                  <c:v>6.3032870677977897</c:v>
                </c:pt>
                <c:pt idx="614">
                  <c:v>6.3135697546946901</c:v>
                </c:pt>
                <c:pt idx="615">
                  <c:v>6.3238524415915904</c:v>
                </c:pt>
                <c:pt idx="616">
                  <c:v>6.3341351284884801</c:v>
                </c:pt>
                <c:pt idx="617">
                  <c:v>6.3444178153853796</c:v>
                </c:pt>
                <c:pt idx="618">
                  <c:v>6.35470050228228</c:v>
                </c:pt>
                <c:pt idx="619">
                  <c:v>6.3649831891791697</c:v>
                </c:pt>
                <c:pt idx="620">
                  <c:v>6.3752658760760701</c:v>
                </c:pt>
                <c:pt idx="621">
                  <c:v>6.3855485629729696</c:v>
                </c:pt>
                <c:pt idx="622">
                  <c:v>6.3958312498698602</c:v>
                </c:pt>
                <c:pt idx="623">
                  <c:v>6.4061139367667597</c:v>
                </c:pt>
                <c:pt idx="624">
                  <c:v>6.41639662366366</c:v>
                </c:pt>
                <c:pt idx="625">
                  <c:v>6.4266793105605604</c:v>
                </c:pt>
                <c:pt idx="626">
                  <c:v>6.4369619974574501</c:v>
                </c:pt>
                <c:pt idx="627">
                  <c:v>6.4472446843543496</c:v>
                </c:pt>
                <c:pt idx="628">
                  <c:v>6.45752737125125</c:v>
                </c:pt>
                <c:pt idx="629">
                  <c:v>6.4678100581481397</c:v>
                </c:pt>
                <c:pt idx="630">
                  <c:v>6.4780927450450401</c:v>
                </c:pt>
                <c:pt idx="631">
                  <c:v>6.4883754319419404</c:v>
                </c:pt>
                <c:pt idx="632">
                  <c:v>6.4986581188388302</c:v>
                </c:pt>
                <c:pt idx="633">
                  <c:v>6.5089408057357296</c:v>
                </c:pt>
                <c:pt idx="634">
                  <c:v>6.51922349263263</c:v>
                </c:pt>
                <c:pt idx="635">
                  <c:v>6.5295061795295197</c:v>
                </c:pt>
                <c:pt idx="636">
                  <c:v>6.5397888664264201</c:v>
                </c:pt>
                <c:pt idx="637">
                  <c:v>6.5500715533233196</c:v>
                </c:pt>
                <c:pt idx="638">
                  <c:v>6.56035424022022</c:v>
                </c:pt>
                <c:pt idx="639">
                  <c:v>6.5706369271171097</c:v>
                </c:pt>
                <c:pt idx="640">
                  <c:v>6.58091961401401</c:v>
                </c:pt>
                <c:pt idx="641">
                  <c:v>6.5912023009109104</c:v>
                </c:pt>
                <c:pt idx="642">
                  <c:v>6.6014849878078001</c:v>
                </c:pt>
                <c:pt idx="643">
                  <c:v>6.6117676747046996</c:v>
                </c:pt>
                <c:pt idx="644">
                  <c:v>6.6220503616016</c:v>
                </c:pt>
                <c:pt idx="645">
                  <c:v>6.6323330484984897</c:v>
                </c:pt>
                <c:pt idx="646">
                  <c:v>6.6426157353953901</c:v>
                </c:pt>
                <c:pt idx="647">
                  <c:v>6.6528984222922896</c:v>
                </c:pt>
                <c:pt idx="648">
                  <c:v>6.6631811091891802</c:v>
                </c:pt>
                <c:pt idx="649">
                  <c:v>6.6734637960860796</c:v>
                </c:pt>
                <c:pt idx="650">
                  <c:v>6.68374648298298</c:v>
                </c:pt>
                <c:pt idx="651">
                  <c:v>6.6940291698798697</c:v>
                </c:pt>
                <c:pt idx="652">
                  <c:v>6.7043118567767701</c:v>
                </c:pt>
                <c:pt idx="653">
                  <c:v>6.7145945436736696</c:v>
                </c:pt>
                <c:pt idx="654">
                  <c:v>6.72487723057057</c:v>
                </c:pt>
                <c:pt idx="655">
                  <c:v>6.7351599174674597</c:v>
                </c:pt>
                <c:pt idx="656">
                  <c:v>6.7454426043643601</c:v>
                </c:pt>
                <c:pt idx="657">
                  <c:v>6.7557252912612604</c:v>
                </c:pt>
                <c:pt idx="658">
                  <c:v>6.7660079781581501</c:v>
                </c:pt>
                <c:pt idx="659">
                  <c:v>6.7762906650550496</c:v>
                </c:pt>
                <c:pt idx="660">
                  <c:v>6.78657335195195</c:v>
                </c:pt>
                <c:pt idx="661">
                  <c:v>6.7968560388488397</c:v>
                </c:pt>
                <c:pt idx="662">
                  <c:v>6.8071387257457401</c:v>
                </c:pt>
                <c:pt idx="663">
                  <c:v>6.8174214126426396</c:v>
                </c:pt>
                <c:pt idx="664">
                  <c:v>6.8277040995395302</c:v>
                </c:pt>
                <c:pt idx="665">
                  <c:v>6.8379867864364297</c:v>
                </c:pt>
                <c:pt idx="666">
                  <c:v>6.84826947333333</c:v>
                </c:pt>
                <c:pt idx="667">
                  <c:v>6.8585521602302197</c:v>
                </c:pt>
                <c:pt idx="668">
                  <c:v>6.8688348471271201</c:v>
                </c:pt>
                <c:pt idx="669">
                  <c:v>6.8791175340240196</c:v>
                </c:pt>
                <c:pt idx="670">
                  <c:v>6.88940022092092</c:v>
                </c:pt>
                <c:pt idx="671">
                  <c:v>6.8996829078178097</c:v>
                </c:pt>
                <c:pt idx="672">
                  <c:v>6.9099655947147101</c:v>
                </c:pt>
                <c:pt idx="673">
                  <c:v>6.9202482816116104</c:v>
                </c:pt>
                <c:pt idx="674">
                  <c:v>6.9305309685085001</c:v>
                </c:pt>
                <c:pt idx="675">
                  <c:v>6.9408136554053996</c:v>
                </c:pt>
                <c:pt idx="676">
                  <c:v>6.9510963423023</c:v>
                </c:pt>
                <c:pt idx="677">
                  <c:v>6.9613790291991897</c:v>
                </c:pt>
                <c:pt idx="678">
                  <c:v>6.9716617160960901</c:v>
                </c:pt>
                <c:pt idx="679">
                  <c:v>6.9819444029929896</c:v>
                </c:pt>
                <c:pt idx="680">
                  <c:v>6.9922270898898802</c:v>
                </c:pt>
                <c:pt idx="681">
                  <c:v>7.0025097767867797</c:v>
                </c:pt>
                <c:pt idx="682">
                  <c:v>7.01279246368368</c:v>
                </c:pt>
                <c:pt idx="683">
                  <c:v>7.0230751505805804</c:v>
                </c:pt>
                <c:pt idx="684">
                  <c:v>7.0333578374774701</c:v>
                </c:pt>
                <c:pt idx="685">
                  <c:v>7.0436405243743696</c:v>
                </c:pt>
                <c:pt idx="686">
                  <c:v>7.05392321127127</c:v>
                </c:pt>
                <c:pt idx="687">
                  <c:v>7.0642058981681597</c:v>
                </c:pt>
                <c:pt idx="688">
                  <c:v>7.0744885850650601</c:v>
                </c:pt>
                <c:pt idx="689">
                  <c:v>7.0847712719619604</c:v>
                </c:pt>
                <c:pt idx="690">
                  <c:v>7.0950539588588502</c:v>
                </c:pt>
                <c:pt idx="691">
                  <c:v>7.1053366457557496</c:v>
                </c:pt>
                <c:pt idx="692">
                  <c:v>7.11561933265265</c:v>
                </c:pt>
                <c:pt idx="693">
                  <c:v>7.1259020195495397</c:v>
                </c:pt>
                <c:pt idx="694">
                  <c:v>7.1361847064464401</c:v>
                </c:pt>
                <c:pt idx="695">
                  <c:v>7.1464673933433396</c:v>
                </c:pt>
                <c:pt idx="696">
                  <c:v>7.15675008024024</c:v>
                </c:pt>
                <c:pt idx="697">
                  <c:v>7.1670327671371297</c:v>
                </c:pt>
                <c:pt idx="698">
                  <c:v>7.17731545403403</c:v>
                </c:pt>
                <c:pt idx="699">
                  <c:v>7.1875981409309304</c:v>
                </c:pt>
                <c:pt idx="700">
                  <c:v>7.1978808278278201</c:v>
                </c:pt>
                <c:pt idx="701">
                  <c:v>7.2081635147247196</c:v>
                </c:pt>
                <c:pt idx="702">
                  <c:v>7.21844620162162</c:v>
                </c:pt>
                <c:pt idx="703">
                  <c:v>7.2287288885185097</c:v>
                </c:pt>
                <c:pt idx="704">
                  <c:v>7.2390115754154101</c:v>
                </c:pt>
                <c:pt idx="705">
                  <c:v>7.2492942623123096</c:v>
                </c:pt>
                <c:pt idx="706">
                  <c:v>7.2595769492092002</c:v>
                </c:pt>
                <c:pt idx="707">
                  <c:v>7.2698596361060996</c:v>
                </c:pt>
                <c:pt idx="708">
                  <c:v>7.280142323003</c:v>
                </c:pt>
                <c:pt idx="709">
                  <c:v>7.2904250098998897</c:v>
                </c:pt>
                <c:pt idx="710">
                  <c:v>7.3007076967967901</c:v>
                </c:pt>
                <c:pt idx="711">
                  <c:v>7.3109903836936896</c:v>
                </c:pt>
                <c:pt idx="712">
                  <c:v>7.32127307059059</c:v>
                </c:pt>
                <c:pt idx="713">
                  <c:v>7.3315557574874797</c:v>
                </c:pt>
                <c:pt idx="714">
                  <c:v>7.34183844438438</c:v>
                </c:pt>
                <c:pt idx="715">
                  <c:v>7.3521211312812804</c:v>
                </c:pt>
                <c:pt idx="716">
                  <c:v>7.3624038181781701</c:v>
                </c:pt>
                <c:pt idx="717">
                  <c:v>7.3726865050750696</c:v>
                </c:pt>
                <c:pt idx="718">
                  <c:v>7.38296919197197</c:v>
                </c:pt>
                <c:pt idx="719">
                  <c:v>7.3932518788688597</c:v>
                </c:pt>
                <c:pt idx="720">
                  <c:v>7.4035345657657601</c:v>
                </c:pt>
                <c:pt idx="721">
                  <c:v>7.4138172526626596</c:v>
                </c:pt>
                <c:pt idx="722">
                  <c:v>7.4240999395595502</c:v>
                </c:pt>
                <c:pt idx="723">
                  <c:v>7.4343826264564496</c:v>
                </c:pt>
                <c:pt idx="724">
                  <c:v>7.44466531335335</c:v>
                </c:pt>
                <c:pt idx="725">
                  <c:v>7.4549480002502397</c:v>
                </c:pt>
                <c:pt idx="726">
                  <c:v>7.4652306871471401</c:v>
                </c:pt>
                <c:pt idx="727">
                  <c:v>7.4755133740440396</c:v>
                </c:pt>
                <c:pt idx="728">
                  <c:v>7.48579606094094</c:v>
                </c:pt>
                <c:pt idx="729">
                  <c:v>7.4960787478378297</c:v>
                </c:pt>
                <c:pt idx="730">
                  <c:v>7.5063614347347301</c:v>
                </c:pt>
                <c:pt idx="731">
                  <c:v>7.5166441216316304</c:v>
                </c:pt>
                <c:pt idx="732">
                  <c:v>7.5269268085285201</c:v>
                </c:pt>
                <c:pt idx="733">
                  <c:v>7.5372094954254196</c:v>
                </c:pt>
                <c:pt idx="734">
                  <c:v>7.54749218232232</c:v>
                </c:pt>
                <c:pt idx="735">
                  <c:v>7.5577748692192097</c:v>
                </c:pt>
                <c:pt idx="736">
                  <c:v>7.5680575561161101</c:v>
                </c:pt>
                <c:pt idx="737">
                  <c:v>7.5783402430130096</c:v>
                </c:pt>
                <c:pt idx="738">
                  <c:v>7.5886229299099002</c:v>
                </c:pt>
                <c:pt idx="739">
                  <c:v>7.5989056168067997</c:v>
                </c:pt>
                <c:pt idx="740">
                  <c:v>7.6091883037037</c:v>
                </c:pt>
                <c:pt idx="741">
                  <c:v>7.6194709906006004</c:v>
                </c:pt>
                <c:pt idx="742">
                  <c:v>7.6297536774974901</c:v>
                </c:pt>
                <c:pt idx="743">
                  <c:v>7.6400363643943896</c:v>
                </c:pt>
                <c:pt idx="744">
                  <c:v>7.65031905129129</c:v>
                </c:pt>
                <c:pt idx="745">
                  <c:v>7.6606017381881797</c:v>
                </c:pt>
                <c:pt idx="746">
                  <c:v>7.6708844250850801</c:v>
                </c:pt>
                <c:pt idx="747">
                  <c:v>7.6811671119819804</c:v>
                </c:pt>
                <c:pt idx="748">
                  <c:v>7.6914497988788701</c:v>
                </c:pt>
                <c:pt idx="749">
                  <c:v>7.7017324857757696</c:v>
                </c:pt>
                <c:pt idx="750">
                  <c:v>7.71201517267267</c:v>
                </c:pt>
                <c:pt idx="751">
                  <c:v>7.7222978595695597</c:v>
                </c:pt>
                <c:pt idx="752">
                  <c:v>7.7325805464664601</c:v>
                </c:pt>
                <c:pt idx="753">
                  <c:v>7.7428632333633596</c:v>
                </c:pt>
                <c:pt idx="754">
                  <c:v>7.7531459202602599</c:v>
                </c:pt>
                <c:pt idx="755">
                  <c:v>7.7634286071571497</c:v>
                </c:pt>
                <c:pt idx="756">
                  <c:v>7.77371129405405</c:v>
                </c:pt>
                <c:pt idx="757">
                  <c:v>7.7839939809509504</c:v>
                </c:pt>
                <c:pt idx="758">
                  <c:v>7.7942766678478401</c:v>
                </c:pt>
                <c:pt idx="759">
                  <c:v>7.8045593547447396</c:v>
                </c:pt>
                <c:pt idx="760">
                  <c:v>7.81484204164164</c:v>
                </c:pt>
                <c:pt idx="761">
                  <c:v>7.8251247285385297</c:v>
                </c:pt>
                <c:pt idx="762">
                  <c:v>7.8354074154354301</c:v>
                </c:pt>
                <c:pt idx="763">
                  <c:v>7.8456901023323304</c:v>
                </c:pt>
                <c:pt idx="764">
                  <c:v>7.8559727892292202</c:v>
                </c:pt>
                <c:pt idx="765">
                  <c:v>7.8662554761261196</c:v>
                </c:pt>
                <c:pt idx="766">
                  <c:v>7.87653816302302</c:v>
                </c:pt>
                <c:pt idx="767">
                  <c:v>7.8868208499199097</c:v>
                </c:pt>
                <c:pt idx="768">
                  <c:v>7.8971035368168101</c:v>
                </c:pt>
                <c:pt idx="769">
                  <c:v>7.9073862237137096</c:v>
                </c:pt>
                <c:pt idx="770">
                  <c:v>7.91766891061061</c:v>
                </c:pt>
                <c:pt idx="771">
                  <c:v>7.9279515975074997</c:v>
                </c:pt>
                <c:pt idx="772">
                  <c:v>7.9382342844044</c:v>
                </c:pt>
                <c:pt idx="773">
                  <c:v>7.9485169713013004</c:v>
                </c:pt>
                <c:pt idx="774">
                  <c:v>7.9587996581981901</c:v>
                </c:pt>
                <c:pt idx="775">
                  <c:v>7.9690823450950896</c:v>
                </c:pt>
                <c:pt idx="776">
                  <c:v>7.97936503199199</c:v>
                </c:pt>
                <c:pt idx="777">
                  <c:v>7.9896477188888797</c:v>
                </c:pt>
                <c:pt idx="778">
                  <c:v>7.9999304057857801</c:v>
                </c:pt>
                <c:pt idx="779">
                  <c:v>8.0102130926826796</c:v>
                </c:pt>
                <c:pt idx="780">
                  <c:v>8.0204957795795799</c:v>
                </c:pt>
                <c:pt idx="781">
                  <c:v>8.0307784664764696</c:v>
                </c:pt>
                <c:pt idx="782">
                  <c:v>8.04106115337337</c:v>
                </c:pt>
                <c:pt idx="783">
                  <c:v>8.0513438402702704</c:v>
                </c:pt>
                <c:pt idx="784">
                  <c:v>8.0616265271671601</c:v>
                </c:pt>
                <c:pt idx="785">
                  <c:v>8.0719092140640605</c:v>
                </c:pt>
                <c:pt idx="786">
                  <c:v>8.0821919009609609</c:v>
                </c:pt>
                <c:pt idx="787">
                  <c:v>8.0924745878578506</c:v>
                </c:pt>
                <c:pt idx="788">
                  <c:v>8.1027572747547492</c:v>
                </c:pt>
                <c:pt idx="789">
                  <c:v>8.1130399616516495</c:v>
                </c:pt>
                <c:pt idx="790">
                  <c:v>8.1233226485485392</c:v>
                </c:pt>
                <c:pt idx="791">
                  <c:v>8.1336053354454396</c:v>
                </c:pt>
                <c:pt idx="792">
                  <c:v>8.14388802234234</c:v>
                </c:pt>
                <c:pt idx="793">
                  <c:v>8.1541707092392297</c:v>
                </c:pt>
                <c:pt idx="794">
                  <c:v>8.1644533961361301</c:v>
                </c:pt>
                <c:pt idx="795">
                  <c:v>8.1747360830330305</c:v>
                </c:pt>
                <c:pt idx="796">
                  <c:v>8.1850187699299202</c:v>
                </c:pt>
                <c:pt idx="797">
                  <c:v>8.1953014568268205</c:v>
                </c:pt>
                <c:pt idx="798">
                  <c:v>8.2055841437237191</c:v>
                </c:pt>
                <c:pt idx="799">
                  <c:v>8.2158668306206195</c:v>
                </c:pt>
                <c:pt idx="800">
                  <c:v>8.2261495175175092</c:v>
                </c:pt>
                <c:pt idx="801">
                  <c:v>8.2364322044144096</c:v>
                </c:pt>
                <c:pt idx="802">
                  <c:v>8.24671489131131</c:v>
                </c:pt>
                <c:pt idx="803">
                  <c:v>8.2569975782081997</c:v>
                </c:pt>
                <c:pt idx="804">
                  <c:v>8.2672802651051001</c:v>
                </c:pt>
                <c:pt idx="805">
                  <c:v>8.2775629520020004</c:v>
                </c:pt>
                <c:pt idx="806">
                  <c:v>8.2878456388988901</c:v>
                </c:pt>
                <c:pt idx="807">
                  <c:v>8.2981283257957905</c:v>
                </c:pt>
                <c:pt idx="808">
                  <c:v>8.3084110126926891</c:v>
                </c:pt>
                <c:pt idx="809">
                  <c:v>8.3186936995895895</c:v>
                </c:pt>
                <c:pt idx="810">
                  <c:v>8.3289763864864792</c:v>
                </c:pt>
                <c:pt idx="811">
                  <c:v>8.3392590733833796</c:v>
                </c:pt>
                <c:pt idx="812">
                  <c:v>8.3495417602802799</c:v>
                </c:pt>
                <c:pt idx="813">
                  <c:v>8.3598244471771697</c:v>
                </c:pt>
                <c:pt idx="814">
                  <c:v>8.37010713407407</c:v>
                </c:pt>
                <c:pt idx="815">
                  <c:v>8.3803898209709704</c:v>
                </c:pt>
                <c:pt idx="816">
                  <c:v>8.3906725078678601</c:v>
                </c:pt>
                <c:pt idx="817">
                  <c:v>8.4009551947647605</c:v>
                </c:pt>
                <c:pt idx="818">
                  <c:v>8.4112378816616609</c:v>
                </c:pt>
                <c:pt idx="819">
                  <c:v>8.4215205685585506</c:v>
                </c:pt>
                <c:pt idx="820">
                  <c:v>8.4318032554554492</c:v>
                </c:pt>
                <c:pt idx="821">
                  <c:v>8.4420859423523495</c:v>
                </c:pt>
                <c:pt idx="822">
                  <c:v>8.4523686292492393</c:v>
                </c:pt>
                <c:pt idx="823">
                  <c:v>8.4626513161461396</c:v>
                </c:pt>
                <c:pt idx="824">
                  <c:v>8.47293400304304</c:v>
                </c:pt>
                <c:pt idx="825">
                  <c:v>8.4832166899399297</c:v>
                </c:pt>
                <c:pt idx="826">
                  <c:v>8.4934993768368301</c:v>
                </c:pt>
                <c:pt idx="827">
                  <c:v>8.5037820637337305</c:v>
                </c:pt>
                <c:pt idx="828">
                  <c:v>8.5140647506306308</c:v>
                </c:pt>
                <c:pt idx="829">
                  <c:v>8.5243474375275206</c:v>
                </c:pt>
                <c:pt idx="830">
                  <c:v>8.5346301244244192</c:v>
                </c:pt>
                <c:pt idx="831">
                  <c:v>8.5449128113213195</c:v>
                </c:pt>
                <c:pt idx="832">
                  <c:v>8.5551954982182092</c:v>
                </c:pt>
                <c:pt idx="833">
                  <c:v>8.5654781851151096</c:v>
                </c:pt>
                <c:pt idx="834">
                  <c:v>8.57576087201201</c:v>
                </c:pt>
                <c:pt idx="835">
                  <c:v>8.5860435589088997</c:v>
                </c:pt>
                <c:pt idx="836">
                  <c:v>8.5963262458058001</c:v>
                </c:pt>
                <c:pt idx="837">
                  <c:v>8.6066089327027004</c:v>
                </c:pt>
                <c:pt idx="838">
                  <c:v>8.6168916195995902</c:v>
                </c:pt>
                <c:pt idx="839">
                  <c:v>8.6271743064964905</c:v>
                </c:pt>
                <c:pt idx="840">
                  <c:v>8.6374569933933891</c:v>
                </c:pt>
                <c:pt idx="841">
                  <c:v>8.6477396802902895</c:v>
                </c:pt>
                <c:pt idx="842">
                  <c:v>8.6580223671871792</c:v>
                </c:pt>
                <c:pt idx="843">
                  <c:v>8.6683050540840796</c:v>
                </c:pt>
                <c:pt idx="844">
                  <c:v>8.67858774098098</c:v>
                </c:pt>
                <c:pt idx="845">
                  <c:v>8.6888704278778697</c:v>
                </c:pt>
                <c:pt idx="846">
                  <c:v>8.69915311477477</c:v>
                </c:pt>
                <c:pt idx="847">
                  <c:v>8.7094358016716704</c:v>
                </c:pt>
                <c:pt idx="848">
                  <c:v>8.7197184885685601</c:v>
                </c:pt>
                <c:pt idx="849">
                  <c:v>8.7300011754654605</c:v>
                </c:pt>
                <c:pt idx="850">
                  <c:v>8.7402838623623609</c:v>
                </c:pt>
                <c:pt idx="851">
                  <c:v>8.7505665492592595</c:v>
                </c:pt>
                <c:pt idx="852">
                  <c:v>8.7608492361561492</c:v>
                </c:pt>
                <c:pt idx="853">
                  <c:v>8.7711319230530496</c:v>
                </c:pt>
                <c:pt idx="854">
                  <c:v>8.7814146099499499</c:v>
                </c:pt>
                <c:pt idx="855">
                  <c:v>8.7916972968468396</c:v>
                </c:pt>
                <c:pt idx="856">
                  <c:v>8.80197998374374</c:v>
                </c:pt>
                <c:pt idx="857">
                  <c:v>8.8122626706406404</c:v>
                </c:pt>
                <c:pt idx="858">
                  <c:v>8.8225453575375301</c:v>
                </c:pt>
                <c:pt idx="859">
                  <c:v>8.8328280444344305</c:v>
                </c:pt>
                <c:pt idx="860">
                  <c:v>8.8431107313313309</c:v>
                </c:pt>
                <c:pt idx="861">
                  <c:v>8.8533934182282206</c:v>
                </c:pt>
                <c:pt idx="862">
                  <c:v>8.8636761051251192</c:v>
                </c:pt>
                <c:pt idx="863">
                  <c:v>8.8739587920220195</c:v>
                </c:pt>
                <c:pt idx="864">
                  <c:v>8.8842414789189093</c:v>
                </c:pt>
                <c:pt idx="865">
                  <c:v>8.8945241658158096</c:v>
                </c:pt>
                <c:pt idx="866">
                  <c:v>8.90480685271271</c:v>
                </c:pt>
                <c:pt idx="867">
                  <c:v>8.9150895396095997</c:v>
                </c:pt>
                <c:pt idx="868">
                  <c:v>8.9253722265065001</c:v>
                </c:pt>
                <c:pt idx="869">
                  <c:v>8.9356549134034005</c:v>
                </c:pt>
                <c:pt idx="870">
                  <c:v>8.9459376003002902</c:v>
                </c:pt>
                <c:pt idx="871">
                  <c:v>8.9562202871971905</c:v>
                </c:pt>
                <c:pt idx="872">
                  <c:v>8.9665029740940891</c:v>
                </c:pt>
                <c:pt idx="873">
                  <c:v>8.9767856609909895</c:v>
                </c:pt>
                <c:pt idx="874">
                  <c:v>8.9870683478878792</c:v>
                </c:pt>
                <c:pt idx="875">
                  <c:v>8.9973510347847796</c:v>
                </c:pt>
                <c:pt idx="876">
                  <c:v>9.00763372168168</c:v>
                </c:pt>
                <c:pt idx="877">
                  <c:v>9.0179164085785697</c:v>
                </c:pt>
                <c:pt idx="878">
                  <c:v>9.0281990954754701</c:v>
                </c:pt>
                <c:pt idx="879">
                  <c:v>9.0384817823723704</c:v>
                </c:pt>
                <c:pt idx="880">
                  <c:v>9.0487644692692601</c:v>
                </c:pt>
                <c:pt idx="881">
                  <c:v>9.0590471561661605</c:v>
                </c:pt>
                <c:pt idx="882">
                  <c:v>9.0693298430630591</c:v>
                </c:pt>
                <c:pt idx="883">
                  <c:v>9.0796125299599595</c:v>
                </c:pt>
                <c:pt idx="884">
                  <c:v>9.0898952168568492</c:v>
                </c:pt>
                <c:pt idx="885">
                  <c:v>9.1001779037537496</c:v>
                </c:pt>
                <c:pt idx="886">
                  <c:v>9.1104605906506499</c:v>
                </c:pt>
                <c:pt idx="887">
                  <c:v>9.1207432775475397</c:v>
                </c:pt>
                <c:pt idx="888">
                  <c:v>9.13102596444444</c:v>
                </c:pt>
                <c:pt idx="889">
                  <c:v>9.1413086513413404</c:v>
                </c:pt>
                <c:pt idx="890">
                  <c:v>9.1515913382382301</c:v>
                </c:pt>
                <c:pt idx="891">
                  <c:v>9.1618740251351305</c:v>
                </c:pt>
                <c:pt idx="892">
                  <c:v>9.1721567120320309</c:v>
                </c:pt>
                <c:pt idx="893">
                  <c:v>9.1824393989289206</c:v>
                </c:pt>
                <c:pt idx="894">
                  <c:v>9.1927220858258192</c:v>
                </c:pt>
                <c:pt idx="895">
                  <c:v>9.2030047727227196</c:v>
                </c:pt>
                <c:pt idx="896">
                  <c:v>9.2132874596196093</c:v>
                </c:pt>
                <c:pt idx="897">
                  <c:v>9.2235701465165096</c:v>
                </c:pt>
                <c:pt idx="898">
                  <c:v>9.23385283341341</c:v>
                </c:pt>
                <c:pt idx="899">
                  <c:v>9.2441355203103104</c:v>
                </c:pt>
                <c:pt idx="900">
                  <c:v>9.2544182072072001</c:v>
                </c:pt>
                <c:pt idx="901">
                  <c:v>9.2647008941041005</c:v>
                </c:pt>
                <c:pt idx="902">
                  <c:v>9.2749835810010008</c:v>
                </c:pt>
                <c:pt idx="903">
                  <c:v>9.2852662678978906</c:v>
                </c:pt>
                <c:pt idx="904">
                  <c:v>9.2955489547947892</c:v>
                </c:pt>
                <c:pt idx="905">
                  <c:v>9.3058316416916895</c:v>
                </c:pt>
                <c:pt idx="906">
                  <c:v>9.3161143285885792</c:v>
                </c:pt>
                <c:pt idx="907">
                  <c:v>9.3263970154854796</c:v>
                </c:pt>
                <c:pt idx="908">
                  <c:v>9.33667970238238</c:v>
                </c:pt>
                <c:pt idx="909">
                  <c:v>9.3469623892792697</c:v>
                </c:pt>
                <c:pt idx="910">
                  <c:v>9.3572450761761701</c:v>
                </c:pt>
                <c:pt idx="911">
                  <c:v>9.3675277630730704</c:v>
                </c:pt>
                <c:pt idx="912">
                  <c:v>9.3778104499699602</c:v>
                </c:pt>
                <c:pt idx="913">
                  <c:v>9.3880931368668605</c:v>
                </c:pt>
                <c:pt idx="914">
                  <c:v>9.3983758237637591</c:v>
                </c:pt>
                <c:pt idx="915">
                  <c:v>9.4086585106606595</c:v>
                </c:pt>
                <c:pt idx="916">
                  <c:v>9.4189411975575492</c:v>
                </c:pt>
                <c:pt idx="917">
                  <c:v>9.4292238844544496</c:v>
                </c:pt>
                <c:pt idx="918">
                  <c:v>9.43950657135135</c:v>
                </c:pt>
                <c:pt idx="919">
                  <c:v>9.4497892582482397</c:v>
                </c:pt>
                <c:pt idx="920">
                  <c:v>9.46007194514514</c:v>
                </c:pt>
                <c:pt idx="921">
                  <c:v>9.4703546320420404</c:v>
                </c:pt>
                <c:pt idx="922">
                  <c:v>9.4806373189389301</c:v>
                </c:pt>
                <c:pt idx="923">
                  <c:v>9.4909200058358305</c:v>
                </c:pt>
                <c:pt idx="924">
                  <c:v>9.5012026927327309</c:v>
                </c:pt>
                <c:pt idx="925">
                  <c:v>9.5114853796296295</c:v>
                </c:pt>
                <c:pt idx="926">
                  <c:v>9.5217680665265192</c:v>
                </c:pt>
                <c:pt idx="927">
                  <c:v>9.5320507534234196</c:v>
                </c:pt>
                <c:pt idx="928">
                  <c:v>9.5423334403203199</c:v>
                </c:pt>
                <c:pt idx="929">
                  <c:v>9.5526161272172097</c:v>
                </c:pt>
                <c:pt idx="930">
                  <c:v>9.56289881411411</c:v>
                </c:pt>
                <c:pt idx="931">
                  <c:v>9.5731815010110104</c:v>
                </c:pt>
                <c:pt idx="932">
                  <c:v>9.5834641879079001</c:v>
                </c:pt>
                <c:pt idx="933">
                  <c:v>9.5937468748048005</c:v>
                </c:pt>
                <c:pt idx="934">
                  <c:v>9.6040295617017009</c:v>
                </c:pt>
                <c:pt idx="935">
                  <c:v>9.6143122485985906</c:v>
                </c:pt>
                <c:pt idx="936">
                  <c:v>9.6245949354954892</c:v>
                </c:pt>
                <c:pt idx="937">
                  <c:v>9.6348776223923895</c:v>
                </c:pt>
                <c:pt idx="938">
                  <c:v>9.6451603092892793</c:v>
                </c:pt>
                <c:pt idx="939">
                  <c:v>9.6554429961861796</c:v>
                </c:pt>
                <c:pt idx="940">
                  <c:v>9.66572568308308</c:v>
                </c:pt>
                <c:pt idx="941">
                  <c:v>9.6760083699799697</c:v>
                </c:pt>
                <c:pt idx="942">
                  <c:v>9.6862910568768701</c:v>
                </c:pt>
                <c:pt idx="943">
                  <c:v>9.6965737437737705</c:v>
                </c:pt>
                <c:pt idx="944">
                  <c:v>9.7068564306706708</c:v>
                </c:pt>
                <c:pt idx="945">
                  <c:v>9.7171391175675605</c:v>
                </c:pt>
                <c:pt idx="946">
                  <c:v>9.7274218044644591</c:v>
                </c:pt>
                <c:pt idx="947">
                  <c:v>9.7377044913613595</c:v>
                </c:pt>
                <c:pt idx="948">
                  <c:v>9.7479871782582492</c:v>
                </c:pt>
                <c:pt idx="949">
                  <c:v>9.7582698651551496</c:v>
                </c:pt>
                <c:pt idx="950">
                  <c:v>9.76855255205205</c:v>
                </c:pt>
                <c:pt idx="951">
                  <c:v>9.7788352389489397</c:v>
                </c:pt>
                <c:pt idx="952">
                  <c:v>9.7891179258458401</c:v>
                </c:pt>
                <c:pt idx="953">
                  <c:v>9.7994006127427404</c:v>
                </c:pt>
                <c:pt idx="954">
                  <c:v>9.8096832996396301</c:v>
                </c:pt>
                <c:pt idx="955">
                  <c:v>9.8199659865365305</c:v>
                </c:pt>
                <c:pt idx="956">
                  <c:v>9.8302486734334291</c:v>
                </c:pt>
                <c:pt idx="957">
                  <c:v>9.8405313603303295</c:v>
                </c:pt>
                <c:pt idx="958">
                  <c:v>9.8508140472272192</c:v>
                </c:pt>
                <c:pt idx="959">
                  <c:v>9.8610967341241196</c:v>
                </c:pt>
                <c:pt idx="960">
                  <c:v>9.87137942102102</c:v>
                </c:pt>
                <c:pt idx="961">
                  <c:v>9.8816621079179097</c:v>
                </c:pt>
                <c:pt idx="962">
                  <c:v>9.89194479481481</c:v>
                </c:pt>
                <c:pt idx="963">
                  <c:v>9.9022274817117104</c:v>
                </c:pt>
                <c:pt idx="964">
                  <c:v>9.9125101686086001</c:v>
                </c:pt>
                <c:pt idx="965">
                  <c:v>9.9227928555055005</c:v>
                </c:pt>
                <c:pt idx="966">
                  <c:v>9.9330755424024009</c:v>
                </c:pt>
                <c:pt idx="967">
                  <c:v>9.9433582292992995</c:v>
                </c:pt>
                <c:pt idx="968">
                  <c:v>9.9536409161961892</c:v>
                </c:pt>
                <c:pt idx="969">
                  <c:v>9.9639236030930896</c:v>
                </c:pt>
                <c:pt idx="970">
                  <c:v>9.9742062899899899</c:v>
                </c:pt>
                <c:pt idx="971">
                  <c:v>9.9844889768868796</c:v>
                </c:pt>
                <c:pt idx="972">
                  <c:v>9.99477166378378</c:v>
                </c:pt>
                <c:pt idx="973">
                  <c:v>10.0050543506806</c:v>
                </c:pt>
                <c:pt idx="974">
                  <c:v>10.015337037577501</c:v>
                </c:pt>
                <c:pt idx="975">
                  <c:v>10.025619724474399</c:v>
                </c:pt>
                <c:pt idx="976">
                  <c:v>10.0359024113713</c:v>
                </c:pt>
                <c:pt idx="977">
                  <c:v>10.0461850982682</c:v>
                </c:pt>
                <c:pt idx="978">
                  <c:v>10.056467785165101</c:v>
                </c:pt>
                <c:pt idx="979">
                  <c:v>10.066750472061999</c:v>
                </c:pt>
                <c:pt idx="980">
                  <c:v>10.0770331589589</c:v>
                </c:pt>
                <c:pt idx="981">
                  <c:v>10.0873158458558</c:v>
                </c:pt>
                <c:pt idx="982">
                  <c:v>10.0975985327527</c:v>
                </c:pt>
                <c:pt idx="983">
                  <c:v>10.107881219649601</c:v>
                </c:pt>
                <c:pt idx="984">
                  <c:v>10.118163906546499</c:v>
                </c:pt>
                <c:pt idx="985">
                  <c:v>10.1284465934434</c:v>
                </c:pt>
                <c:pt idx="986">
                  <c:v>10.1387292803403</c:v>
                </c:pt>
                <c:pt idx="987">
                  <c:v>10.1490119672372</c:v>
                </c:pt>
                <c:pt idx="988">
                  <c:v>10.159294654134101</c:v>
                </c:pt>
                <c:pt idx="989">
                  <c:v>10.169577341030999</c:v>
                </c:pt>
                <c:pt idx="990">
                  <c:v>10.1798600279279</c:v>
                </c:pt>
                <c:pt idx="991">
                  <c:v>10.1901427148248</c:v>
                </c:pt>
                <c:pt idx="992">
                  <c:v>10.2004254017217</c:v>
                </c:pt>
                <c:pt idx="993">
                  <c:v>10.210708088618601</c:v>
                </c:pt>
                <c:pt idx="994">
                  <c:v>10.220990775515499</c:v>
                </c:pt>
                <c:pt idx="995">
                  <c:v>10.2312734624124</c:v>
                </c:pt>
                <c:pt idx="996">
                  <c:v>10.2415561493093</c:v>
                </c:pt>
                <c:pt idx="997">
                  <c:v>10.251838836206201</c:v>
                </c:pt>
                <c:pt idx="998">
                  <c:v>10.262121523103101</c:v>
                </c:pt>
                <c:pt idx="999">
                  <c:v>10.272404209999999</c:v>
                </c:pt>
              </c:numCache>
            </c:numRef>
          </c:xVal>
          <c:yVal>
            <c:numRef>
              <c:f>'1.0LiF_plot_data'!$D$2:$D$1001</c:f>
              <c:numCache>
                <c:formatCode>General</c:formatCode>
                <c:ptCount val="10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2.3432656708366799E-2</c:v>
                </c:pt>
                <c:pt idx="197">
                  <c:v>2.6700981801233599E-2</c:v>
                </c:pt>
                <c:pt idx="198">
                  <c:v>2.9969306894100399E-2</c:v>
                </c:pt>
                <c:pt idx="199">
                  <c:v>3.3237631986967102E-2</c:v>
                </c:pt>
                <c:pt idx="200">
                  <c:v>3.6505957079833902E-2</c:v>
                </c:pt>
                <c:pt idx="201">
                  <c:v>3.9774282172700903E-2</c:v>
                </c:pt>
                <c:pt idx="202">
                  <c:v>4.3042607265567703E-2</c:v>
                </c:pt>
                <c:pt idx="203">
                  <c:v>4.6310932358434503E-2</c:v>
                </c:pt>
                <c:pt idx="204">
                  <c:v>4.9579257451301199E-2</c:v>
                </c:pt>
                <c:pt idx="205">
                  <c:v>5.2847582544167999E-2</c:v>
                </c:pt>
                <c:pt idx="206">
                  <c:v>5.7321527358792798E-2</c:v>
                </c:pt>
                <c:pt idx="207">
                  <c:v>6.3338216674909603E-2</c:v>
                </c:pt>
                <c:pt idx="208">
                  <c:v>6.93549059910262E-2</c:v>
                </c:pt>
                <c:pt idx="209">
                  <c:v>7.5371595307142797E-2</c:v>
                </c:pt>
                <c:pt idx="210">
                  <c:v>8.1388284623259394E-2</c:v>
                </c:pt>
                <c:pt idx="211">
                  <c:v>8.7404973939375893E-2</c:v>
                </c:pt>
                <c:pt idx="212">
                  <c:v>9.3550256712417498E-2</c:v>
                </c:pt>
                <c:pt idx="213">
                  <c:v>9.9936391871320002E-2</c:v>
                </c:pt>
                <c:pt idx="214">
                  <c:v>0.10632252703022201</c:v>
                </c:pt>
                <c:pt idx="215">
                  <c:v>0.112777234147813</c:v>
                </c:pt>
                <c:pt idx="216">
                  <c:v>0.121808132413131</c:v>
                </c:pt>
                <c:pt idx="217">
                  <c:v>0.13083903067845001</c:v>
                </c:pt>
                <c:pt idx="218">
                  <c:v>0.13986992894376801</c:v>
                </c:pt>
                <c:pt idx="219">
                  <c:v>0.14890082720908701</c:v>
                </c:pt>
                <c:pt idx="220">
                  <c:v>0.15796636210398299</c:v>
                </c:pt>
                <c:pt idx="221">
                  <c:v>0.16780819809081099</c:v>
                </c:pt>
                <c:pt idx="222">
                  <c:v>0.17765003407763799</c:v>
                </c:pt>
                <c:pt idx="223">
                  <c:v>0.18749187006446499</c:v>
                </c:pt>
                <c:pt idx="224">
                  <c:v>0.197333706051292</c:v>
                </c:pt>
                <c:pt idx="225">
                  <c:v>0.20717554203812</c:v>
                </c:pt>
                <c:pt idx="226">
                  <c:v>0.21700893834367699</c:v>
                </c:pt>
                <c:pt idx="227">
                  <c:v>0.226813913430926</c:v>
                </c:pt>
                <c:pt idx="228">
                  <c:v>0.236618888518176</c:v>
                </c:pt>
                <c:pt idx="229">
                  <c:v>0.24642386360542501</c:v>
                </c:pt>
                <c:pt idx="230">
                  <c:v>0.25622883869267499</c:v>
                </c:pt>
                <c:pt idx="231">
                  <c:v>0.26612892641110503</c:v>
                </c:pt>
                <c:pt idx="232">
                  <c:v>0.27632094012945502</c:v>
                </c:pt>
                <c:pt idx="233">
                  <c:v>0.28651295384780501</c:v>
                </c:pt>
                <c:pt idx="234">
                  <c:v>0.296704967566156</c:v>
                </c:pt>
                <c:pt idx="235">
                  <c:v>0.30689698128450599</c:v>
                </c:pt>
                <c:pt idx="236">
                  <c:v>0.31701448186729497</c:v>
                </c:pt>
                <c:pt idx="237">
                  <c:v>0.326922667289469</c:v>
                </c:pt>
                <c:pt idx="238">
                  <c:v>0.33683085271164398</c:v>
                </c:pt>
                <c:pt idx="239">
                  <c:v>0.34673903813381801</c:v>
                </c:pt>
                <c:pt idx="240">
                  <c:v>0.35681303550689503</c:v>
                </c:pt>
                <c:pt idx="241">
                  <c:v>0.368230671185239</c:v>
                </c:pt>
                <c:pt idx="242">
                  <c:v>0.37964830686358297</c:v>
                </c:pt>
                <c:pt idx="243">
                  <c:v>0.391065942541926</c:v>
                </c:pt>
                <c:pt idx="244">
                  <c:v>0.400603532022208</c:v>
                </c:pt>
                <c:pt idx="245">
                  <c:v>0.409634430220635</c:v>
                </c:pt>
                <c:pt idx="246">
                  <c:v>0.41866532841906301</c:v>
                </c:pt>
                <c:pt idx="247">
                  <c:v>0.42769622661749002</c:v>
                </c:pt>
                <c:pt idx="248">
                  <c:v>0.43672712481591802</c:v>
                </c:pt>
                <c:pt idx="249">
                  <c:v>0.44601749681786901</c:v>
                </c:pt>
                <c:pt idx="250">
                  <c:v>0.455370927116312</c:v>
                </c:pt>
                <c:pt idx="251">
                  <c:v>0.46472435741475498</c:v>
                </c:pt>
                <c:pt idx="252">
                  <c:v>0.47270529610846701</c:v>
                </c:pt>
                <c:pt idx="253">
                  <c:v>0.47921327668060798</c:v>
                </c:pt>
                <c:pt idx="254">
                  <c:v>0.48572125725275</c:v>
                </c:pt>
                <c:pt idx="255">
                  <c:v>0.49222923782489197</c:v>
                </c:pt>
                <c:pt idx="256">
                  <c:v>0.498737218397033</c:v>
                </c:pt>
                <c:pt idx="257">
                  <c:v>0.50524519896917497</c:v>
                </c:pt>
                <c:pt idx="258">
                  <c:v>0.51175317954131605</c:v>
                </c:pt>
                <c:pt idx="259">
                  <c:v>0.51823649378382597</c:v>
                </c:pt>
                <c:pt idx="260">
                  <c:v>0.52146550066493802</c:v>
                </c:pt>
                <c:pt idx="261">
                  <c:v>0.52469450754604996</c:v>
                </c:pt>
                <c:pt idx="262">
                  <c:v>0.52792351442716201</c:v>
                </c:pt>
                <c:pt idx="263">
                  <c:v>0.53115252130827395</c:v>
                </c:pt>
                <c:pt idx="264">
                  <c:v>0.534381528189386</c:v>
                </c:pt>
                <c:pt idx="265">
                  <c:v>0.53761053507049805</c:v>
                </c:pt>
                <c:pt idx="266">
                  <c:v>0.54083954195160999</c:v>
                </c:pt>
                <c:pt idx="267">
                  <c:v>0.54406854883272204</c:v>
                </c:pt>
                <c:pt idx="268">
                  <c:v>0.54729755571383398</c:v>
                </c:pt>
                <c:pt idx="269">
                  <c:v>0.55052656259494603</c:v>
                </c:pt>
                <c:pt idx="270">
                  <c:v>0.55375556947605697</c:v>
                </c:pt>
                <c:pt idx="271">
                  <c:v>0.55698457635716903</c:v>
                </c:pt>
                <c:pt idx="272">
                  <c:v>0.56021358323828097</c:v>
                </c:pt>
                <c:pt idx="273">
                  <c:v>0.56344259011939302</c:v>
                </c:pt>
                <c:pt idx="274">
                  <c:v>0.56465877932134501</c:v>
                </c:pt>
                <c:pt idx="275">
                  <c:v>0.56363365033230906</c:v>
                </c:pt>
                <c:pt idx="276">
                  <c:v>0.56260852134327399</c:v>
                </c:pt>
                <c:pt idx="277">
                  <c:v>0.56158339235423904</c:v>
                </c:pt>
                <c:pt idx="278">
                  <c:v>0.56055826336520398</c:v>
                </c:pt>
                <c:pt idx="279">
                  <c:v>0.55953313437616903</c:v>
                </c:pt>
                <c:pt idx="280">
                  <c:v>0.55850800538713397</c:v>
                </c:pt>
                <c:pt idx="281">
                  <c:v>0.55748287639809802</c:v>
                </c:pt>
                <c:pt idx="282">
                  <c:v>0.55645774740906295</c:v>
                </c:pt>
                <c:pt idx="283">
                  <c:v>0.555432618420028</c:v>
                </c:pt>
                <c:pt idx="284">
                  <c:v>0.55440748943099305</c:v>
                </c:pt>
                <c:pt idx="285">
                  <c:v>0.55338236044195799</c:v>
                </c:pt>
                <c:pt idx="286">
                  <c:v>0.55235723145292304</c:v>
                </c:pt>
                <c:pt idx="287">
                  <c:v>0.55133210246388697</c:v>
                </c:pt>
                <c:pt idx="288">
                  <c:v>0.55030697347485202</c:v>
                </c:pt>
                <c:pt idx="289">
                  <c:v>0.54902938001067403</c:v>
                </c:pt>
                <c:pt idx="290">
                  <c:v>0.54567155955588698</c:v>
                </c:pt>
                <c:pt idx="291">
                  <c:v>0.54231373910110003</c:v>
                </c:pt>
                <c:pt idx="292">
                  <c:v>0.53895591864631298</c:v>
                </c:pt>
                <c:pt idx="293">
                  <c:v>0.53559809819152604</c:v>
                </c:pt>
                <c:pt idx="294">
                  <c:v>0.53224027773673899</c:v>
                </c:pt>
                <c:pt idx="295">
                  <c:v>0.52888245728195205</c:v>
                </c:pt>
                <c:pt idx="296">
                  <c:v>0.52552463682716499</c:v>
                </c:pt>
                <c:pt idx="297">
                  <c:v>0.52216681637237805</c:v>
                </c:pt>
                <c:pt idx="298">
                  <c:v>0.518808995917591</c:v>
                </c:pt>
                <c:pt idx="299">
                  <c:v>0.51545117546280395</c:v>
                </c:pt>
                <c:pt idx="300">
                  <c:v>0.51190898409629404</c:v>
                </c:pt>
                <c:pt idx="301">
                  <c:v>0.50833800630968595</c:v>
                </c:pt>
                <c:pt idx="302">
                  <c:v>0.50476702852307698</c:v>
                </c:pt>
                <c:pt idx="303">
                  <c:v>0.501196050736468</c:v>
                </c:pt>
                <c:pt idx="304">
                  <c:v>0.49762507294985903</c:v>
                </c:pt>
                <c:pt idx="305">
                  <c:v>0.49405409516325</c:v>
                </c:pt>
                <c:pt idx="306">
                  <c:v>0.49048311737664102</c:v>
                </c:pt>
                <c:pt idx="307">
                  <c:v>0.48691213959003199</c:v>
                </c:pt>
                <c:pt idx="308">
                  <c:v>0.48334116180342401</c:v>
                </c:pt>
                <c:pt idx="309">
                  <c:v>0.47977018401681498</c:v>
                </c:pt>
                <c:pt idx="310">
                  <c:v>0.47619920623020601</c:v>
                </c:pt>
                <c:pt idx="311">
                  <c:v>0.47262822844359698</c:v>
                </c:pt>
                <c:pt idx="312">
                  <c:v>0.469057250656988</c:v>
                </c:pt>
                <c:pt idx="313">
                  <c:v>0.46548627287037903</c:v>
                </c:pt>
                <c:pt idx="314">
                  <c:v>0.46201351919373501</c:v>
                </c:pt>
                <c:pt idx="315">
                  <c:v>0.45895372431039999</c:v>
                </c:pt>
                <c:pt idx="316">
                  <c:v>0.45589392942706602</c:v>
                </c:pt>
                <c:pt idx="317">
                  <c:v>0.452834134543732</c:v>
                </c:pt>
                <c:pt idx="318">
                  <c:v>0.44977433966039698</c:v>
                </c:pt>
                <c:pt idx="319">
                  <c:v>0.44671454477706302</c:v>
                </c:pt>
                <c:pt idx="320">
                  <c:v>0.44365474989372899</c:v>
                </c:pt>
                <c:pt idx="321">
                  <c:v>0.44059495501039397</c:v>
                </c:pt>
                <c:pt idx="322">
                  <c:v>0.43753516012706001</c:v>
                </c:pt>
                <c:pt idx="323">
                  <c:v>0.43447536524372499</c:v>
                </c:pt>
                <c:pt idx="324">
                  <c:v>0.43141557036039102</c:v>
                </c:pt>
                <c:pt idx="325">
                  <c:v>0.428355775477057</c:v>
                </c:pt>
                <c:pt idx="326">
                  <c:v>0.42529598059372198</c:v>
                </c:pt>
                <c:pt idx="327">
                  <c:v>0.42223618571038801</c:v>
                </c:pt>
                <c:pt idx="328">
                  <c:v>0.41917639082705399</c:v>
                </c:pt>
                <c:pt idx="329">
                  <c:v>0.416400450246595</c:v>
                </c:pt>
                <c:pt idx="330">
                  <c:v>0.413887213279091</c:v>
                </c:pt>
                <c:pt idx="331">
                  <c:v>0.41137397631158801</c:v>
                </c:pt>
                <c:pt idx="332">
                  <c:v>0.40886073934408501</c:v>
                </c:pt>
                <c:pt idx="333">
                  <c:v>0.40634750237658102</c:v>
                </c:pt>
                <c:pt idx="334">
                  <c:v>0.40383426540907802</c:v>
                </c:pt>
                <c:pt idx="335">
                  <c:v>0.40132102844157502</c:v>
                </c:pt>
                <c:pt idx="336">
                  <c:v>0.39880779147407103</c:v>
                </c:pt>
                <c:pt idx="337">
                  <c:v>0.39629455450656798</c:v>
                </c:pt>
                <c:pt idx="338">
                  <c:v>0.39378131753906398</c:v>
                </c:pt>
                <c:pt idx="339">
                  <c:v>0.39126808057156098</c:v>
                </c:pt>
                <c:pt idx="340">
                  <c:v>0.38890172743058399</c:v>
                </c:pt>
                <c:pt idx="341">
                  <c:v>0.38655912600991099</c:v>
                </c:pt>
                <c:pt idx="342">
                  <c:v>0.384216524589238</c:v>
                </c:pt>
                <c:pt idx="343">
                  <c:v>0.381873923168566</c:v>
                </c:pt>
                <c:pt idx="344">
                  <c:v>0.379531321747893</c:v>
                </c:pt>
                <c:pt idx="345">
                  <c:v>0.37718872032722101</c:v>
                </c:pt>
                <c:pt idx="346">
                  <c:v>0.37484611890654801</c:v>
                </c:pt>
                <c:pt idx="347">
                  <c:v>0.37250351748587601</c:v>
                </c:pt>
                <c:pt idx="348">
                  <c:v>0.37016091606520302</c:v>
                </c:pt>
                <c:pt idx="349">
                  <c:v>0.36781831464453102</c:v>
                </c:pt>
                <c:pt idx="350">
                  <c:v>0.36547571322385802</c:v>
                </c:pt>
                <c:pt idx="351">
                  <c:v>0.36313311180318603</c:v>
                </c:pt>
                <c:pt idx="352">
                  <c:v>0.36079051038251297</c:v>
                </c:pt>
                <c:pt idx="353">
                  <c:v>0.35844790896184098</c:v>
                </c:pt>
                <c:pt idx="354">
                  <c:v>0.35610530754116798</c:v>
                </c:pt>
                <c:pt idx="355">
                  <c:v>0.35375172671544902</c:v>
                </c:pt>
                <c:pt idx="356">
                  <c:v>0.35127294083995098</c:v>
                </c:pt>
                <c:pt idx="357">
                  <c:v>0.34879415496445398</c:v>
                </c:pt>
                <c:pt idx="358">
                  <c:v>0.34631536908895599</c:v>
                </c:pt>
                <c:pt idx="359">
                  <c:v>0.343836583213459</c:v>
                </c:pt>
                <c:pt idx="360">
                  <c:v>0.34135779733796101</c:v>
                </c:pt>
                <c:pt idx="361">
                  <c:v>0.33887901146246402</c:v>
                </c:pt>
                <c:pt idx="362">
                  <c:v>0.33640022558696597</c:v>
                </c:pt>
                <c:pt idx="363">
                  <c:v>0.33392143971146898</c:v>
                </c:pt>
                <c:pt idx="364">
                  <c:v>0.33144265383597099</c:v>
                </c:pt>
                <c:pt idx="365">
                  <c:v>0.328963867960474</c:v>
                </c:pt>
                <c:pt idx="366">
                  <c:v>0.32648508208497601</c:v>
                </c:pt>
                <c:pt idx="367">
                  <c:v>0.32400629620947902</c:v>
                </c:pt>
                <c:pt idx="368">
                  <c:v>0.32166990243711202</c:v>
                </c:pt>
                <c:pt idx="369">
                  <c:v>0.31937822714099501</c:v>
                </c:pt>
                <c:pt idx="370">
                  <c:v>0.317086551844878</c:v>
                </c:pt>
                <c:pt idx="371">
                  <c:v>0.31479487654876098</c:v>
                </c:pt>
                <c:pt idx="372">
                  <c:v>0.31250320125264303</c:v>
                </c:pt>
                <c:pt idx="373">
                  <c:v>0.31021152595652601</c:v>
                </c:pt>
                <c:pt idx="374">
                  <c:v>0.307919850660409</c:v>
                </c:pt>
                <c:pt idx="375">
                  <c:v>0.30562817536429199</c:v>
                </c:pt>
                <c:pt idx="376">
                  <c:v>0.30333650006817497</c:v>
                </c:pt>
                <c:pt idx="377">
                  <c:v>0.30104482477205702</c:v>
                </c:pt>
                <c:pt idx="378">
                  <c:v>0.298783081559994</c:v>
                </c:pt>
                <c:pt idx="379">
                  <c:v>0.29661566597970102</c:v>
                </c:pt>
                <c:pt idx="380">
                  <c:v>0.29444825039940897</c:v>
                </c:pt>
                <c:pt idx="381">
                  <c:v>0.29228083481911599</c:v>
                </c:pt>
                <c:pt idx="382">
                  <c:v>0.290113419238824</c:v>
                </c:pt>
                <c:pt idx="383">
                  <c:v>0.28794600365853101</c:v>
                </c:pt>
                <c:pt idx="384">
                  <c:v>0.28577858807823903</c:v>
                </c:pt>
                <c:pt idx="385">
                  <c:v>0.28361117249794598</c:v>
                </c:pt>
                <c:pt idx="386">
                  <c:v>0.281443756917654</c:v>
                </c:pt>
                <c:pt idx="387">
                  <c:v>0.27927634133736101</c:v>
                </c:pt>
                <c:pt idx="388">
                  <c:v>0.27710892575706803</c:v>
                </c:pt>
                <c:pt idx="389">
                  <c:v>0.27494151017677598</c:v>
                </c:pt>
                <c:pt idx="390">
                  <c:v>0.272774094596483</c:v>
                </c:pt>
                <c:pt idx="391">
                  <c:v>0.27060667901619101</c:v>
                </c:pt>
                <c:pt idx="392">
                  <c:v>0.26843926343589802</c:v>
                </c:pt>
                <c:pt idx="393">
                  <c:v>0.26627184785560598</c:v>
                </c:pt>
                <c:pt idx="394">
                  <c:v>0.26463441784965203</c:v>
                </c:pt>
                <c:pt idx="395">
                  <c:v>0.26325999687558899</c:v>
                </c:pt>
                <c:pt idx="396">
                  <c:v>0.261885575901526</c:v>
                </c:pt>
                <c:pt idx="397">
                  <c:v>0.26051115492746402</c:v>
                </c:pt>
                <c:pt idx="398">
                  <c:v>0.25913673395340098</c:v>
                </c:pt>
                <c:pt idx="399">
                  <c:v>0.25776231297933799</c:v>
                </c:pt>
                <c:pt idx="400">
                  <c:v>0.25638789200527601</c:v>
                </c:pt>
                <c:pt idx="401">
                  <c:v>0.25501347103121302</c:v>
                </c:pt>
                <c:pt idx="402">
                  <c:v>0.25363905005714998</c:v>
                </c:pt>
                <c:pt idx="403">
                  <c:v>0.252264629083087</c:v>
                </c:pt>
                <c:pt idx="404">
                  <c:v>0.25089020810902501</c:v>
                </c:pt>
                <c:pt idx="405">
                  <c:v>0.249515787134962</c:v>
                </c:pt>
                <c:pt idx="406">
                  <c:v>0.24814136616089899</c:v>
                </c:pt>
                <c:pt idx="407">
                  <c:v>0.24676694518683701</c:v>
                </c:pt>
                <c:pt idx="408">
                  <c:v>0.24539252421277399</c:v>
                </c:pt>
                <c:pt idx="409">
                  <c:v>0.24401810323871101</c:v>
                </c:pt>
                <c:pt idx="410">
                  <c:v>0.24265681657640001</c:v>
                </c:pt>
                <c:pt idx="411">
                  <c:v>0.24209876107068101</c:v>
                </c:pt>
                <c:pt idx="412">
                  <c:v>0.24154070556496199</c:v>
                </c:pt>
                <c:pt idx="413">
                  <c:v>0.24098265005924299</c:v>
                </c:pt>
                <c:pt idx="414">
                  <c:v>0.240424594553524</c:v>
                </c:pt>
                <c:pt idx="415">
                  <c:v>0.239866539047805</c:v>
                </c:pt>
                <c:pt idx="416">
                  <c:v>0.239308483542086</c:v>
                </c:pt>
                <c:pt idx="417">
                  <c:v>0.23875042803636601</c:v>
                </c:pt>
                <c:pt idx="418">
                  <c:v>0.23819237253064701</c:v>
                </c:pt>
                <c:pt idx="419">
                  <c:v>0.23763431702492799</c:v>
                </c:pt>
                <c:pt idx="420">
                  <c:v>0.23707626151920899</c:v>
                </c:pt>
                <c:pt idx="421">
                  <c:v>0.23651820601349</c:v>
                </c:pt>
                <c:pt idx="422">
                  <c:v>0.235960150507771</c:v>
                </c:pt>
                <c:pt idx="423">
                  <c:v>0.235402095002052</c:v>
                </c:pt>
                <c:pt idx="424">
                  <c:v>0.23484403949633301</c:v>
                </c:pt>
                <c:pt idx="425">
                  <c:v>0.23513494361481099</c:v>
                </c:pt>
                <c:pt idx="426">
                  <c:v>0.23573846125890999</c:v>
                </c:pt>
                <c:pt idx="427">
                  <c:v>0.23634197890300801</c:v>
                </c:pt>
                <c:pt idx="428">
                  <c:v>0.236945496547106</c:v>
                </c:pt>
                <c:pt idx="429">
                  <c:v>0.237549014191205</c:v>
                </c:pt>
                <c:pt idx="430">
                  <c:v>0.23815253183530299</c:v>
                </c:pt>
                <c:pt idx="431">
                  <c:v>0.23875604947940099</c:v>
                </c:pt>
                <c:pt idx="432">
                  <c:v>0.23935956712350001</c:v>
                </c:pt>
                <c:pt idx="433">
                  <c:v>0.23996308476759801</c:v>
                </c:pt>
                <c:pt idx="434">
                  <c:v>0.240566602411696</c:v>
                </c:pt>
                <c:pt idx="435">
                  <c:v>0.241170120055795</c:v>
                </c:pt>
                <c:pt idx="436">
                  <c:v>0.24177363769989299</c:v>
                </c:pt>
                <c:pt idx="437">
                  <c:v>0.24237715534399101</c:v>
                </c:pt>
                <c:pt idx="438">
                  <c:v>0.24298067298809001</c:v>
                </c:pt>
                <c:pt idx="439">
                  <c:v>0.243584190632188</c:v>
                </c:pt>
                <c:pt idx="440">
                  <c:v>0.244187708276287</c:v>
                </c:pt>
                <c:pt idx="441">
                  <c:v>0.24479122592038499</c:v>
                </c:pt>
                <c:pt idx="442">
                  <c:v>0.24539474356448299</c:v>
                </c:pt>
                <c:pt idx="443">
                  <c:v>0.24599826120858201</c:v>
                </c:pt>
                <c:pt idx="444">
                  <c:v>0.24672874469651701</c:v>
                </c:pt>
                <c:pt idx="445">
                  <c:v>0.24830725465009501</c:v>
                </c:pt>
                <c:pt idx="446">
                  <c:v>0.24988576460367301</c:v>
                </c:pt>
                <c:pt idx="447">
                  <c:v>0.25146427455725001</c:v>
                </c:pt>
                <c:pt idx="448">
                  <c:v>0.25304278451082801</c:v>
                </c:pt>
                <c:pt idx="449">
                  <c:v>0.25462129446440601</c:v>
                </c:pt>
                <c:pt idx="450">
                  <c:v>0.25619980441798401</c:v>
                </c:pt>
                <c:pt idx="451">
                  <c:v>0.25777831437156101</c:v>
                </c:pt>
                <c:pt idx="452">
                  <c:v>0.25935682432513901</c:v>
                </c:pt>
                <c:pt idx="453">
                  <c:v>0.26093533427871701</c:v>
                </c:pt>
                <c:pt idx="454">
                  <c:v>0.26251384423229401</c:v>
                </c:pt>
                <c:pt idx="455">
                  <c:v>0.26409235418587201</c:v>
                </c:pt>
                <c:pt idx="456">
                  <c:v>0.26567086413945001</c:v>
                </c:pt>
                <c:pt idx="457">
                  <c:v>0.26724937409302801</c:v>
                </c:pt>
                <c:pt idx="458">
                  <c:v>0.26882788404660501</c:v>
                </c:pt>
                <c:pt idx="459">
                  <c:v>0.27040639400018301</c:v>
                </c:pt>
                <c:pt idx="460">
                  <c:v>0.27198490395376101</c:v>
                </c:pt>
                <c:pt idx="461">
                  <c:v>0.27365035229483797</c:v>
                </c:pt>
                <c:pt idx="462">
                  <c:v>0.27569305546115702</c:v>
                </c:pt>
                <c:pt idx="463">
                  <c:v>0.27773575862747601</c:v>
                </c:pt>
                <c:pt idx="464">
                  <c:v>0.27977846179379501</c:v>
                </c:pt>
                <c:pt idx="465">
                  <c:v>0.281821164960114</c:v>
                </c:pt>
                <c:pt idx="466">
                  <c:v>0.28386386812643299</c:v>
                </c:pt>
                <c:pt idx="467">
                  <c:v>0.28590657129275199</c:v>
                </c:pt>
                <c:pt idx="468">
                  <c:v>0.28794927445906998</c:v>
                </c:pt>
                <c:pt idx="469">
                  <c:v>0.28999197762538897</c:v>
                </c:pt>
                <c:pt idx="470">
                  <c:v>0.29203468079170802</c:v>
                </c:pt>
                <c:pt idx="471">
                  <c:v>0.29407738395802702</c:v>
                </c:pt>
                <c:pt idx="472">
                  <c:v>0.29612008712434601</c:v>
                </c:pt>
                <c:pt idx="473">
                  <c:v>0.298162790290665</c:v>
                </c:pt>
                <c:pt idx="474">
                  <c:v>0.300205493456984</c:v>
                </c:pt>
                <c:pt idx="475">
                  <c:v>0.30224819662330299</c:v>
                </c:pt>
                <c:pt idx="476">
                  <c:v>0.30432605533940499</c:v>
                </c:pt>
                <c:pt idx="477">
                  <c:v>0.306516693203152</c:v>
                </c:pt>
                <c:pt idx="478">
                  <c:v>0.30870733106689902</c:v>
                </c:pt>
                <c:pt idx="479">
                  <c:v>0.31089796893064597</c:v>
                </c:pt>
                <c:pt idx="480">
                  <c:v>0.31308860679439299</c:v>
                </c:pt>
                <c:pt idx="481">
                  <c:v>0.31527924465814</c:v>
                </c:pt>
                <c:pt idx="482">
                  <c:v>0.31746988252188701</c:v>
                </c:pt>
                <c:pt idx="483">
                  <c:v>0.31966052038563503</c:v>
                </c:pt>
                <c:pt idx="484">
                  <c:v>0.32185115824938199</c:v>
                </c:pt>
                <c:pt idx="485">
                  <c:v>0.324041796113129</c:v>
                </c:pt>
                <c:pt idx="486">
                  <c:v>0.32623243397687601</c:v>
                </c:pt>
                <c:pt idx="487">
                  <c:v>0.32842307184062303</c:v>
                </c:pt>
                <c:pt idx="488">
                  <c:v>0.33061370970436998</c:v>
                </c:pt>
                <c:pt idx="489">
                  <c:v>0.332804347568117</c:v>
                </c:pt>
                <c:pt idx="490">
                  <c:v>0.33498580388466698</c:v>
                </c:pt>
                <c:pt idx="491">
                  <c:v>0.337153219469637</c:v>
                </c:pt>
                <c:pt idx="492">
                  <c:v>0.33932063505460802</c:v>
                </c:pt>
                <c:pt idx="493">
                  <c:v>0.34148805063957799</c:v>
                </c:pt>
                <c:pt idx="494">
                  <c:v>0.34365546622454901</c:v>
                </c:pt>
                <c:pt idx="495">
                  <c:v>0.34582288180951898</c:v>
                </c:pt>
                <c:pt idx="496">
                  <c:v>0.34799029739449</c:v>
                </c:pt>
                <c:pt idx="497">
                  <c:v>0.35015771297946002</c:v>
                </c:pt>
                <c:pt idx="498">
                  <c:v>0.35232512856442999</c:v>
                </c:pt>
                <c:pt idx="499">
                  <c:v>0.35449254414940101</c:v>
                </c:pt>
                <c:pt idx="500">
                  <c:v>0.35665995973437098</c:v>
                </c:pt>
                <c:pt idx="501">
                  <c:v>0.358827375319342</c:v>
                </c:pt>
                <c:pt idx="502">
                  <c:v>0.36099479090431202</c:v>
                </c:pt>
                <c:pt idx="503">
                  <c:v>0.36316220648928199</c:v>
                </c:pt>
                <c:pt idx="504">
                  <c:v>0.36532962207425301</c:v>
                </c:pt>
                <c:pt idx="505">
                  <c:v>0.36670322770414299</c:v>
                </c:pt>
                <c:pt idx="506">
                  <c:v>0.36807637296578999</c:v>
                </c:pt>
                <c:pt idx="507">
                  <c:v>0.36944951822743799</c:v>
                </c:pt>
                <c:pt idx="508">
                  <c:v>0.37082266348908499</c:v>
                </c:pt>
                <c:pt idx="509">
                  <c:v>0.37219580875073199</c:v>
                </c:pt>
                <c:pt idx="510">
                  <c:v>0.373568954012379</c:v>
                </c:pt>
                <c:pt idx="511">
                  <c:v>0.374942099274026</c:v>
                </c:pt>
                <c:pt idx="512">
                  <c:v>0.376315244535673</c:v>
                </c:pt>
                <c:pt idx="513">
                  <c:v>0.37768838979732</c:v>
                </c:pt>
                <c:pt idx="514">
                  <c:v>0.379061535058967</c:v>
                </c:pt>
                <c:pt idx="515">
                  <c:v>0.380434680320614</c:v>
                </c:pt>
                <c:pt idx="516">
                  <c:v>0.38180782558226101</c:v>
                </c:pt>
                <c:pt idx="517">
                  <c:v>0.38318097084390801</c:v>
                </c:pt>
                <c:pt idx="518">
                  <c:v>0.38455411610555501</c:v>
                </c:pt>
                <c:pt idx="519">
                  <c:v>0.38592726136720201</c:v>
                </c:pt>
                <c:pt idx="520">
                  <c:v>0.38730040662884901</c:v>
                </c:pt>
                <c:pt idx="521">
                  <c:v>0.38867355189049602</c:v>
                </c:pt>
                <c:pt idx="522">
                  <c:v>0.39004669715214302</c:v>
                </c:pt>
                <c:pt idx="523">
                  <c:v>0.39141984241379002</c:v>
                </c:pt>
                <c:pt idx="524">
                  <c:v>0.391725615465567</c:v>
                </c:pt>
                <c:pt idx="525">
                  <c:v>0.39190894948390098</c:v>
                </c:pt>
                <c:pt idx="526">
                  <c:v>0.39209228350223602</c:v>
                </c:pt>
                <c:pt idx="527">
                  <c:v>0.392275617520571</c:v>
                </c:pt>
                <c:pt idx="528">
                  <c:v>0.39245895153890598</c:v>
                </c:pt>
                <c:pt idx="529">
                  <c:v>0.39264228555724101</c:v>
                </c:pt>
                <c:pt idx="530">
                  <c:v>0.39282561957557499</c:v>
                </c:pt>
                <c:pt idx="531">
                  <c:v>0.39300895359391003</c:v>
                </c:pt>
                <c:pt idx="532">
                  <c:v>0.39319228761224501</c:v>
                </c:pt>
                <c:pt idx="533">
                  <c:v>0.39337562163057999</c:v>
                </c:pt>
                <c:pt idx="534">
                  <c:v>0.39355895564891502</c:v>
                </c:pt>
                <c:pt idx="535">
                  <c:v>0.393742289667249</c:v>
                </c:pt>
                <c:pt idx="536">
                  <c:v>0.39392562368558398</c:v>
                </c:pt>
                <c:pt idx="537">
                  <c:v>0.39410895770391902</c:v>
                </c:pt>
                <c:pt idx="538">
                  <c:v>0.394292291722254</c:v>
                </c:pt>
                <c:pt idx="539">
                  <c:v>0.39447562574058898</c:v>
                </c:pt>
                <c:pt idx="540">
                  <c:v>0.39465895975892301</c:v>
                </c:pt>
                <c:pt idx="541">
                  <c:v>0.39484229377725799</c:v>
                </c:pt>
                <c:pt idx="542">
                  <c:v>0.39502562779559303</c:v>
                </c:pt>
                <c:pt idx="543">
                  <c:v>0.39520896181392801</c:v>
                </c:pt>
                <c:pt idx="544">
                  <c:v>0.39539229583226299</c:v>
                </c:pt>
                <c:pt idx="545">
                  <c:v>0.39557562985059802</c:v>
                </c:pt>
                <c:pt idx="546">
                  <c:v>0.395758963868932</c:v>
                </c:pt>
                <c:pt idx="547">
                  <c:v>0.39594229788726698</c:v>
                </c:pt>
                <c:pt idx="548">
                  <c:v>0.39612563190560202</c:v>
                </c:pt>
                <c:pt idx="549">
                  <c:v>0.396308965923937</c:v>
                </c:pt>
                <c:pt idx="550">
                  <c:v>0.39649229994227198</c:v>
                </c:pt>
                <c:pt idx="551">
                  <c:v>0.39667563396060601</c:v>
                </c:pt>
                <c:pt idx="552">
                  <c:v>0.39685896797894099</c:v>
                </c:pt>
                <c:pt idx="553">
                  <c:v>0.39704230199727603</c:v>
                </c:pt>
                <c:pt idx="554">
                  <c:v>0.39722563601561101</c:v>
                </c:pt>
                <c:pt idx="555">
                  <c:v>0.39702762560562199</c:v>
                </c:pt>
                <c:pt idx="556">
                  <c:v>0.39607845977832701</c:v>
                </c:pt>
                <c:pt idx="557">
                  <c:v>0.39512929395103302</c:v>
                </c:pt>
                <c:pt idx="558">
                  <c:v>0.39418012812373798</c:v>
                </c:pt>
                <c:pt idx="559">
                  <c:v>0.393230962296443</c:v>
                </c:pt>
                <c:pt idx="560">
                  <c:v>0.39228179646914901</c:v>
                </c:pt>
                <c:pt idx="561">
                  <c:v>0.39133263064185397</c:v>
                </c:pt>
                <c:pt idx="562">
                  <c:v>0.39038346481455999</c:v>
                </c:pt>
                <c:pt idx="563">
                  <c:v>0.389434298987265</c:v>
                </c:pt>
                <c:pt idx="564">
                  <c:v>0.38848513315997002</c:v>
                </c:pt>
                <c:pt idx="565">
                  <c:v>0.38753596733267598</c:v>
                </c:pt>
                <c:pt idx="566">
                  <c:v>0.38658680150538099</c:v>
                </c:pt>
                <c:pt idx="567">
                  <c:v>0.38563763567808601</c:v>
                </c:pt>
                <c:pt idx="568">
                  <c:v>0.38468846985079203</c:v>
                </c:pt>
                <c:pt idx="569">
                  <c:v>0.38373930402349699</c:v>
                </c:pt>
                <c:pt idx="570">
                  <c:v>0.382790138196203</c:v>
                </c:pt>
                <c:pt idx="571">
                  <c:v>0.38184097236890802</c:v>
                </c:pt>
                <c:pt idx="572">
                  <c:v>0.38089180654161298</c:v>
                </c:pt>
                <c:pt idx="573">
                  <c:v>0.37994264071431899</c:v>
                </c:pt>
                <c:pt idx="574">
                  <c:v>0.37899347488702401</c:v>
                </c:pt>
                <c:pt idx="575">
                  <c:v>0.37804430905973002</c:v>
                </c:pt>
                <c:pt idx="576">
                  <c:v>0.37709514323243498</c:v>
                </c:pt>
                <c:pt idx="577">
                  <c:v>0.37614597740514</c:v>
                </c:pt>
                <c:pt idx="578">
                  <c:v>0.375170187921198</c:v>
                </c:pt>
                <c:pt idx="579">
                  <c:v>0.37389523757785897</c:v>
                </c:pt>
                <c:pt idx="580">
                  <c:v>0.37262028723452001</c:v>
                </c:pt>
                <c:pt idx="581">
                  <c:v>0.37134533689118099</c:v>
                </c:pt>
                <c:pt idx="582">
                  <c:v>0.37007038654784202</c:v>
                </c:pt>
                <c:pt idx="583">
                  <c:v>0.368795436204503</c:v>
                </c:pt>
                <c:pt idx="584">
                  <c:v>0.36752048586116398</c:v>
                </c:pt>
                <c:pt idx="585">
                  <c:v>0.36624553551782502</c:v>
                </c:pt>
                <c:pt idx="586">
                  <c:v>0.364970585174486</c:v>
                </c:pt>
                <c:pt idx="587">
                  <c:v>0.36369563483114697</c:v>
                </c:pt>
                <c:pt idx="588">
                  <c:v>0.36242068448780801</c:v>
                </c:pt>
                <c:pt idx="589">
                  <c:v>0.36114573414446799</c:v>
                </c:pt>
                <c:pt idx="590">
                  <c:v>0.35987078380112902</c:v>
                </c:pt>
                <c:pt idx="591">
                  <c:v>0.35859583345779</c:v>
                </c:pt>
                <c:pt idx="592">
                  <c:v>0.35732088311445098</c:v>
                </c:pt>
                <c:pt idx="593">
                  <c:v>0.35607648199623798</c:v>
                </c:pt>
                <c:pt idx="594">
                  <c:v>0.354833267456173</c:v>
                </c:pt>
                <c:pt idx="595">
                  <c:v>0.35359005291610801</c:v>
                </c:pt>
                <c:pt idx="596">
                  <c:v>0.35234683837604303</c:v>
                </c:pt>
                <c:pt idx="597">
                  <c:v>0.35110362383597798</c:v>
                </c:pt>
                <c:pt idx="598">
                  <c:v>0.349860409295913</c:v>
                </c:pt>
                <c:pt idx="599">
                  <c:v>0.34861719475584801</c:v>
                </c:pt>
                <c:pt idx="600">
                  <c:v>0.34737398021578297</c:v>
                </c:pt>
                <c:pt idx="601">
                  <c:v>0.34613076567571799</c:v>
                </c:pt>
                <c:pt idx="602">
                  <c:v>0.344887551135653</c:v>
                </c:pt>
                <c:pt idx="603">
                  <c:v>0.34364433659558802</c:v>
                </c:pt>
                <c:pt idx="604">
                  <c:v>0.34240112205552298</c:v>
                </c:pt>
                <c:pt idx="605">
                  <c:v>0.34115790751545799</c:v>
                </c:pt>
                <c:pt idx="606">
                  <c:v>0.33991469297539301</c:v>
                </c:pt>
                <c:pt idx="607">
                  <c:v>0.338707038713356</c:v>
                </c:pt>
                <c:pt idx="608">
                  <c:v>0.33756684422903299</c:v>
                </c:pt>
                <c:pt idx="609">
                  <c:v>0.33642664974470898</c:v>
                </c:pt>
                <c:pt idx="610">
                  <c:v>0.33528645526038597</c:v>
                </c:pt>
                <c:pt idx="611">
                  <c:v>0.33414626077606202</c:v>
                </c:pt>
                <c:pt idx="612">
                  <c:v>0.33300606629173901</c:v>
                </c:pt>
                <c:pt idx="613">
                  <c:v>0.331865871807416</c:v>
                </c:pt>
                <c:pt idx="614">
                  <c:v>0.33072567732309299</c:v>
                </c:pt>
                <c:pt idx="615">
                  <c:v>0.32958548283876898</c:v>
                </c:pt>
                <c:pt idx="616">
                  <c:v>0.32844528835444597</c:v>
                </c:pt>
                <c:pt idx="617">
                  <c:v>0.32730509387012202</c:v>
                </c:pt>
                <c:pt idx="618">
                  <c:v>0.32616489938579901</c:v>
                </c:pt>
                <c:pt idx="619">
                  <c:v>0.325024704901476</c:v>
                </c:pt>
                <c:pt idx="620">
                  <c:v>0.32388451041715299</c:v>
                </c:pt>
                <c:pt idx="621">
                  <c:v>0.32274431593282898</c:v>
                </c:pt>
                <c:pt idx="622">
                  <c:v>0.32160412144850598</c:v>
                </c:pt>
                <c:pt idx="623">
                  <c:v>0.32046392696418202</c:v>
                </c:pt>
                <c:pt idx="624">
                  <c:v>0.31959006869491802</c:v>
                </c:pt>
                <c:pt idx="625">
                  <c:v>0.31872848734077702</c:v>
                </c:pt>
                <c:pt idx="626">
                  <c:v>0.31786690598663597</c:v>
                </c:pt>
                <c:pt idx="627">
                  <c:v>0.31700532463249498</c:v>
                </c:pt>
                <c:pt idx="628">
                  <c:v>0.31614374327835298</c:v>
                </c:pt>
                <c:pt idx="629">
                  <c:v>0.31528216192421199</c:v>
                </c:pt>
                <c:pt idx="630">
                  <c:v>0.314420580570071</c:v>
                </c:pt>
                <c:pt idx="631">
                  <c:v>0.313558999215929</c:v>
                </c:pt>
                <c:pt idx="632">
                  <c:v>0.31269741786178801</c:v>
                </c:pt>
                <c:pt idx="633">
                  <c:v>0.31183583650764701</c:v>
                </c:pt>
                <c:pt idx="634">
                  <c:v>0.31097425515350602</c:v>
                </c:pt>
                <c:pt idx="635">
                  <c:v>0.31011267379936402</c:v>
                </c:pt>
                <c:pt idx="636">
                  <c:v>0.30925109244522297</c:v>
                </c:pt>
                <c:pt idx="637">
                  <c:v>0.30838951109108198</c:v>
                </c:pt>
                <c:pt idx="638">
                  <c:v>0.30752792973693999</c:v>
                </c:pt>
                <c:pt idx="639">
                  <c:v>0.30667776519953599</c:v>
                </c:pt>
                <c:pt idx="640">
                  <c:v>0.306122017615647</c:v>
                </c:pt>
                <c:pt idx="641">
                  <c:v>0.30556627003175701</c:v>
                </c:pt>
                <c:pt idx="642">
                  <c:v>0.30501052244786803</c:v>
                </c:pt>
                <c:pt idx="643">
                  <c:v>0.30445477486397798</c:v>
                </c:pt>
                <c:pt idx="644">
                  <c:v>0.303899027280089</c:v>
                </c:pt>
                <c:pt idx="645">
                  <c:v>0.30334327969619901</c:v>
                </c:pt>
                <c:pt idx="646">
                  <c:v>0.30278753211231002</c:v>
                </c:pt>
                <c:pt idx="647">
                  <c:v>0.30223178452841998</c:v>
                </c:pt>
                <c:pt idx="648">
                  <c:v>0.30167603694453099</c:v>
                </c:pt>
                <c:pt idx="649">
                  <c:v>0.301120289360641</c:v>
                </c:pt>
                <c:pt idx="650">
                  <c:v>0.30056454177675201</c:v>
                </c:pt>
                <c:pt idx="651">
                  <c:v>0.30000879419286203</c:v>
                </c:pt>
                <c:pt idx="652">
                  <c:v>0.29945304660897298</c:v>
                </c:pt>
                <c:pt idx="653">
                  <c:v>0.298897299025083</c:v>
                </c:pt>
                <c:pt idx="654">
                  <c:v>0.29834155144119401</c:v>
                </c:pt>
                <c:pt idx="655">
                  <c:v>0.29778580385730402</c:v>
                </c:pt>
                <c:pt idx="656">
                  <c:v>0.29762551985440999</c:v>
                </c:pt>
                <c:pt idx="657">
                  <c:v>0.29753951131224399</c:v>
                </c:pt>
                <c:pt idx="658">
                  <c:v>0.29745350277007698</c:v>
                </c:pt>
                <c:pt idx="659">
                  <c:v>0.29736749422790998</c:v>
                </c:pt>
                <c:pt idx="660">
                  <c:v>0.29728148568574397</c:v>
                </c:pt>
                <c:pt idx="661">
                  <c:v>0.29719547714357702</c:v>
                </c:pt>
                <c:pt idx="662">
                  <c:v>0.29710946860141102</c:v>
                </c:pt>
                <c:pt idx="663">
                  <c:v>0.29702346005924402</c:v>
                </c:pt>
                <c:pt idx="664">
                  <c:v>0.29693745151707701</c:v>
                </c:pt>
                <c:pt idx="665">
                  <c:v>0.29685144297491101</c:v>
                </c:pt>
                <c:pt idx="666">
                  <c:v>0.296765434432744</c:v>
                </c:pt>
                <c:pt idx="667">
                  <c:v>0.296679425890577</c:v>
                </c:pt>
                <c:pt idx="668">
                  <c:v>0.29659341734841099</c:v>
                </c:pt>
                <c:pt idx="669">
                  <c:v>0.29650740880624399</c:v>
                </c:pt>
                <c:pt idx="670">
                  <c:v>0.29642140026407798</c:v>
                </c:pt>
                <c:pt idx="671">
                  <c:v>0.29649338503898398</c:v>
                </c:pt>
                <c:pt idx="672">
                  <c:v>0.29658445290653401</c:v>
                </c:pt>
                <c:pt idx="673">
                  <c:v>0.29667552077408299</c:v>
                </c:pt>
                <c:pt idx="674">
                  <c:v>0.29676658864163202</c:v>
                </c:pt>
                <c:pt idx="675">
                  <c:v>0.296857656509181</c:v>
                </c:pt>
                <c:pt idx="676">
                  <c:v>0.29694872437672998</c:v>
                </c:pt>
                <c:pt idx="677">
                  <c:v>0.29703979224427901</c:v>
                </c:pt>
                <c:pt idx="678">
                  <c:v>0.29713086011182899</c:v>
                </c:pt>
                <c:pt idx="679">
                  <c:v>0.29722192797937802</c:v>
                </c:pt>
                <c:pt idx="680">
                  <c:v>0.297312995846927</c:v>
                </c:pt>
                <c:pt idx="681">
                  <c:v>0.29740406371447597</c:v>
                </c:pt>
                <c:pt idx="682">
                  <c:v>0.29749513158202501</c:v>
                </c:pt>
                <c:pt idx="683">
                  <c:v>0.29758619944957398</c:v>
                </c:pt>
                <c:pt idx="684">
                  <c:v>0.29767726731712302</c:v>
                </c:pt>
                <c:pt idx="685">
                  <c:v>0.29807590056810201</c:v>
                </c:pt>
                <c:pt idx="686">
                  <c:v>0.29856479131333202</c:v>
                </c:pt>
                <c:pt idx="687">
                  <c:v>0.29905368205856298</c:v>
                </c:pt>
                <c:pt idx="688">
                  <c:v>0.29954257280379398</c:v>
                </c:pt>
                <c:pt idx="689">
                  <c:v>0.30003146354902499</c:v>
                </c:pt>
                <c:pt idx="690">
                  <c:v>0.300520354294255</c:v>
                </c:pt>
                <c:pt idx="691">
                  <c:v>0.30100924503948601</c:v>
                </c:pt>
                <c:pt idx="692">
                  <c:v>0.30149813578471701</c:v>
                </c:pt>
                <c:pt idx="693">
                  <c:v>0.30198702652994702</c:v>
                </c:pt>
                <c:pt idx="694">
                  <c:v>0.30247591727517797</c:v>
                </c:pt>
                <c:pt idx="695">
                  <c:v>0.30296480802040898</c:v>
                </c:pt>
                <c:pt idx="696">
                  <c:v>0.30345369876563899</c:v>
                </c:pt>
                <c:pt idx="697">
                  <c:v>0.30394258951087</c:v>
                </c:pt>
                <c:pt idx="698">
                  <c:v>0.30443148025610101</c:v>
                </c:pt>
                <c:pt idx="699">
                  <c:v>0.30492037100133101</c:v>
                </c:pt>
                <c:pt idx="700">
                  <c:v>0.30540926174656202</c:v>
                </c:pt>
                <c:pt idx="701">
                  <c:v>0.306113506308613</c:v>
                </c:pt>
                <c:pt idx="702">
                  <c:v>0.30681928238488598</c:v>
                </c:pt>
                <c:pt idx="703">
                  <c:v>0.30752505846116002</c:v>
                </c:pt>
                <c:pt idx="704">
                  <c:v>0.308230834537433</c:v>
                </c:pt>
                <c:pt idx="705">
                  <c:v>0.30893661061370598</c:v>
                </c:pt>
                <c:pt idx="706">
                  <c:v>0.30964238668998001</c:v>
                </c:pt>
                <c:pt idx="707">
                  <c:v>0.31034816276625299</c:v>
                </c:pt>
                <c:pt idx="708">
                  <c:v>0.31105393884252702</c:v>
                </c:pt>
                <c:pt idx="709">
                  <c:v>0.3117597149188</c:v>
                </c:pt>
                <c:pt idx="710">
                  <c:v>0.31246549099507298</c:v>
                </c:pt>
                <c:pt idx="711">
                  <c:v>0.31317126707134701</c:v>
                </c:pt>
                <c:pt idx="712">
                  <c:v>0.31387704314761999</c:v>
                </c:pt>
                <c:pt idx="713">
                  <c:v>0.31458281922389297</c:v>
                </c:pt>
                <c:pt idx="714">
                  <c:v>0.31528859530016701</c:v>
                </c:pt>
                <c:pt idx="715">
                  <c:v>0.31599437137643999</c:v>
                </c:pt>
                <c:pt idx="716">
                  <c:v>0.31670014745271302</c:v>
                </c:pt>
                <c:pt idx="717">
                  <c:v>0.317405923528987</c:v>
                </c:pt>
                <c:pt idx="718">
                  <c:v>0.31811169960525998</c:v>
                </c:pt>
                <c:pt idx="719">
                  <c:v>0.31883755482034298</c:v>
                </c:pt>
                <c:pt idx="720">
                  <c:v>0.319663236927334</c:v>
                </c:pt>
                <c:pt idx="721">
                  <c:v>0.32048891903432503</c:v>
                </c:pt>
                <c:pt idx="722">
                  <c:v>0.32131460114131699</c:v>
                </c:pt>
                <c:pt idx="723">
                  <c:v>0.32214028324830801</c:v>
                </c:pt>
                <c:pt idx="724">
                  <c:v>0.32296596535529898</c:v>
                </c:pt>
                <c:pt idx="725">
                  <c:v>0.323791647462291</c:v>
                </c:pt>
                <c:pt idx="726">
                  <c:v>0.32461732956928202</c:v>
                </c:pt>
                <c:pt idx="727">
                  <c:v>0.32544301167627299</c:v>
                </c:pt>
                <c:pt idx="728">
                  <c:v>0.32626869378326501</c:v>
                </c:pt>
                <c:pt idx="729">
                  <c:v>0.32709437589025597</c:v>
                </c:pt>
                <c:pt idx="730">
                  <c:v>0.32792005799724699</c:v>
                </c:pt>
                <c:pt idx="731">
                  <c:v>0.32874574010423802</c:v>
                </c:pt>
                <c:pt idx="732">
                  <c:v>0.32957142221122998</c:v>
                </c:pt>
                <c:pt idx="733">
                  <c:v>0.330397104318221</c:v>
                </c:pt>
                <c:pt idx="734">
                  <c:v>0.33122278642521202</c:v>
                </c:pt>
                <c:pt idx="735">
                  <c:v>0.33204846853220399</c:v>
                </c:pt>
                <c:pt idx="736">
                  <c:v>0.332799573447771</c:v>
                </c:pt>
                <c:pt idx="737">
                  <c:v>0.33349130182467801</c:v>
                </c:pt>
                <c:pt idx="738">
                  <c:v>0.33418303020158502</c:v>
                </c:pt>
                <c:pt idx="739">
                  <c:v>0.33487475857849303</c:v>
                </c:pt>
                <c:pt idx="740">
                  <c:v>0.33556648695539998</c:v>
                </c:pt>
                <c:pt idx="741">
                  <c:v>0.33625821533230799</c:v>
                </c:pt>
                <c:pt idx="742">
                  <c:v>0.33694994370921499</c:v>
                </c:pt>
                <c:pt idx="743">
                  <c:v>0.337641672086122</c:v>
                </c:pt>
                <c:pt idx="744">
                  <c:v>0.33833340046303001</c:v>
                </c:pt>
                <c:pt idx="745">
                  <c:v>0.33902512883993702</c:v>
                </c:pt>
                <c:pt idx="746">
                  <c:v>0.33971685721684503</c:v>
                </c:pt>
                <c:pt idx="747">
                  <c:v>0.34040858559375198</c:v>
                </c:pt>
                <c:pt idx="748">
                  <c:v>0.34110031397065899</c:v>
                </c:pt>
                <c:pt idx="749">
                  <c:v>0.34179204234756699</c:v>
                </c:pt>
                <c:pt idx="750">
                  <c:v>0.342483770724474</c:v>
                </c:pt>
                <c:pt idx="751">
                  <c:v>0.34317549910138201</c:v>
                </c:pt>
                <c:pt idx="752">
                  <c:v>0.34386722747828902</c:v>
                </c:pt>
                <c:pt idx="753">
                  <c:v>0.34455895585519603</c:v>
                </c:pt>
                <c:pt idx="754">
                  <c:v>0.34525068423210398</c:v>
                </c:pt>
                <c:pt idx="755">
                  <c:v>0.34594241260901099</c:v>
                </c:pt>
                <c:pt idx="756">
                  <c:v>0.34663414098591899</c:v>
                </c:pt>
                <c:pt idx="757">
                  <c:v>0.347325869362826</c:v>
                </c:pt>
                <c:pt idx="758">
                  <c:v>0.34801759773973401</c:v>
                </c:pt>
                <c:pt idx="759">
                  <c:v>0.34870932611664102</c:v>
                </c:pt>
                <c:pt idx="760">
                  <c:v>0.34940105449354802</c:v>
                </c:pt>
                <c:pt idx="761">
                  <c:v>0.35009278287045598</c:v>
                </c:pt>
                <c:pt idx="762">
                  <c:v>0.35045649819107999</c:v>
                </c:pt>
                <c:pt idx="763">
                  <c:v>0.35053313947590098</c:v>
                </c:pt>
                <c:pt idx="764">
                  <c:v>0.35060978076072202</c:v>
                </c:pt>
                <c:pt idx="765">
                  <c:v>0.35068642204554401</c:v>
                </c:pt>
                <c:pt idx="766">
                  <c:v>0.350763063330365</c:v>
                </c:pt>
                <c:pt idx="767">
                  <c:v>0.35083970461518699</c:v>
                </c:pt>
                <c:pt idx="768">
                  <c:v>0.35091634590000798</c:v>
                </c:pt>
                <c:pt idx="769">
                  <c:v>0.35099298718482902</c:v>
                </c:pt>
                <c:pt idx="770">
                  <c:v>0.35106962846965001</c:v>
                </c:pt>
                <c:pt idx="771">
                  <c:v>0.351146269754472</c:v>
                </c:pt>
                <c:pt idx="772">
                  <c:v>0.35122291103929298</c:v>
                </c:pt>
                <c:pt idx="773">
                  <c:v>0.35129955232411397</c:v>
                </c:pt>
                <c:pt idx="774">
                  <c:v>0.35137619360893602</c:v>
                </c:pt>
                <c:pt idx="775">
                  <c:v>0.351452834893757</c:v>
                </c:pt>
                <c:pt idx="776">
                  <c:v>0.35152947617857799</c:v>
                </c:pt>
                <c:pt idx="777">
                  <c:v>0.35160611746339998</c:v>
                </c:pt>
                <c:pt idx="778">
                  <c:v>0.35168275874822102</c:v>
                </c:pt>
                <c:pt idx="779">
                  <c:v>0.35175940003304201</c:v>
                </c:pt>
                <c:pt idx="780">
                  <c:v>0.351836041317864</c:v>
                </c:pt>
                <c:pt idx="781">
                  <c:v>0.35191268260268499</c:v>
                </c:pt>
                <c:pt idx="782">
                  <c:v>0.35198932388750598</c:v>
                </c:pt>
                <c:pt idx="783">
                  <c:v>0.35206596517232802</c:v>
                </c:pt>
                <c:pt idx="784">
                  <c:v>0.35214260645714901</c:v>
                </c:pt>
                <c:pt idx="785">
                  <c:v>0.35221924774197</c:v>
                </c:pt>
                <c:pt idx="786">
                  <c:v>0.35229588902679199</c:v>
                </c:pt>
                <c:pt idx="787">
                  <c:v>0.35237253031161297</c:v>
                </c:pt>
                <c:pt idx="788">
                  <c:v>0.35244917159643402</c:v>
                </c:pt>
                <c:pt idx="789">
                  <c:v>0.35252581288125501</c:v>
                </c:pt>
                <c:pt idx="790">
                  <c:v>0.352602454166077</c:v>
                </c:pt>
                <c:pt idx="791">
                  <c:v>0.35267909545089798</c:v>
                </c:pt>
                <c:pt idx="792">
                  <c:v>0.35275573673571903</c:v>
                </c:pt>
                <c:pt idx="793">
                  <c:v>0.35283237802054102</c:v>
                </c:pt>
                <c:pt idx="794">
                  <c:v>0.352909019305362</c:v>
                </c:pt>
                <c:pt idx="795">
                  <c:v>0.35298566059018299</c:v>
                </c:pt>
                <c:pt idx="796">
                  <c:v>0.35306230187500498</c:v>
                </c:pt>
                <c:pt idx="797">
                  <c:v>0.35313894315982602</c:v>
                </c:pt>
                <c:pt idx="798">
                  <c:v>0.35321558444464701</c:v>
                </c:pt>
                <c:pt idx="799">
                  <c:v>0.353292225729469</c:v>
                </c:pt>
                <c:pt idx="800">
                  <c:v>0.35336886701428999</c:v>
                </c:pt>
                <c:pt idx="801">
                  <c:v>0.35344550829911098</c:v>
                </c:pt>
                <c:pt idx="802">
                  <c:v>0.35352214958393302</c:v>
                </c:pt>
                <c:pt idx="803">
                  <c:v>0.35359879086875401</c:v>
                </c:pt>
                <c:pt idx="804">
                  <c:v>0.353675432153575</c:v>
                </c:pt>
                <c:pt idx="805">
                  <c:v>0.35375207343839699</c:v>
                </c:pt>
                <c:pt idx="806">
                  <c:v>0.35382871472321797</c:v>
                </c:pt>
                <c:pt idx="807">
                  <c:v>0.35390535600803902</c:v>
                </c:pt>
                <c:pt idx="808">
                  <c:v>0.35398199729286101</c:v>
                </c:pt>
                <c:pt idx="809">
                  <c:v>0.35405863857768199</c:v>
                </c:pt>
                <c:pt idx="810">
                  <c:v>0.35413527986250298</c:v>
                </c:pt>
                <c:pt idx="811">
                  <c:v>0.35421192114732503</c:v>
                </c:pt>
                <c:pt idx="812">
                  <c:v>0.35428856243214601</c:v>
                </c:pt>
                <c:pt idx="813">
                  <c:v>0.354365203716967</c:v>
                </c:pt>
                <c:pt idx="814">
                  <c:v>0.35444184500178899</c:v>
                </c:pt>
                <c:pt idx="815">
                  <c:v>0.35451848628660998</c:v>
                </c:pt>
                <c:pt idx="816">
                  <c:v>0.35459512757143102</c:v>
                </c:pt>
                <c:pt idx="817">
                  <c:v>0.35467176885625201</c:v>
                </c:pt>
                <c:pt idx="818">
                  <c:v>0.35443672527436498</c:v>
                </c:pt>
                <c:pt idx="819">
                  <c:v>0.35400284773184998</c:v>
                </c:pt>
                <c:pt idx="820">
                  <c:v>0.35356897018933597</c:v>
                </c:pt>
                <c:pt idx="821">
                  <c:v>0.35313509264682102</c:v>
                </c:pt>
                <c:pt idx="822">
                  <c:v>0.35270121510430702</c:v>
                </c:pt>
                <c:pt idx="823">
                  <c:v>0.35226733756179202</c:v>
                </c:pt>
                <c:pt idx="824">
                  <c:v>0.35183346001927701</c:v>
                </c:pt>
                <c:pt idx="825">
                  <c:v>0.35139958247676301</c:v>
                </c:pt>
                <c:pt idx="826">
                  <c:v>0.350965704934248</c:v>
                </c:pt>
                <c:pt idx="827">
                  <c:v>0.350531827391734</c:v>
                </c:pt>
                <c:pt idx="828">
                  <c:v>0.35009794984921899</c:v>
                </c:pt>
                <c:pt idx="829">
                  <c:v>0.34966407230670399</c:v>
                </c:pt>
                <c:pt idx="830">
                  <c:v>0.34923019476418998</c:v>
                </c:pt>
                <c:pt idx="831">
                  <c:v>0.34879631722167498</c:v>
                </c:pt>
                <c:pt idx="832">
                  <c:v>0.34836243967916097</c:v>
                </c:pt>
                <c:pt idx="833">
                  <c:v>0.34792856213664602</c:v>
                </c:pt>
                <c:pt idx="834">
                  <c:v>0.34749468459413102</c:v>
                </c:pt>
                <c:pt idx="835">
                  <c:v>0.34706080705161702</c:v>
                </c:pt>
                <c:pt idx="836">
                  <c:v>0.34662692950910201</c:v>
                </c:pt>
                <c:pt idx="837">
                  <c:v>0.34619305196658801</c:v>
                </c:pt>
                <c:pt idx="838">
                  <c:v>0.345759174424073</c:v>
                </c:pt>
                <c:pt idx="839">
                  <c:v>0.345325296881558</c:v>
                </c:pt>
                <c:pt idx="840">
                  <c:v>0.34482797189662101</c:v>
                </c:pt>
                <c:pt idx="841">
                  <c:v>0.34432184463127602</c:v>
                </c:pt>
                <c:pt idx="842">
                  <c:v>0.34381571736593097</c:v>
                </c:pt>
                <c:pt idx="843">
                  <c:v>0.34330959010058598</c:v>
                </c:pt>
                <c:pt idx="844">
                  <c:v>0.34280346283524199</c:v>
                </c:pt>
                <c:pt idx="845">
                  <c:v>0.342297335569897</c:v>
                </c:pt>
                <c:pt idx="846">
                  <c:v>0.34179120830455201</c:v>
                </c:pt>
                <c:pt idx="847">
                  <c:v>0.34128508103920702</c:v>
                </c:pt>
                <c:pt idx="848">
                  <c:v>0.34077895377386302</c:v>
                </c:pt>
                <c:pt idx="849">
                  <c:v>0.34027282650851798</c:v>
                </c:pt>
                <c:pt idx="850">
                  <c:v>0.33976669924317299</c:v>
                </c:pt>
                <c:pt idx="851">
                  <c:v>0.339260571977828</c:v>
                </c:pt>
                <c:pt idx="852">
                  <c:v>0.338754444712483</c:v>
                </c:pt>
                <c:pt idx="853">
                  <c:v>0.33824831744713901</c:v>
                </c:pt>
                <c:pt idx="854">
                  <c:v>0.33774219018179402</c:v>
                </c:pt>
                <c:pt idx="855">
                  <c:v>0.33723606291644898</c:v>
                </c:pt>
                <c:pt idx="856">
                  <c:v>0.33672993565110398</c:v>
                </c:pt>
                <c:pt idx="857">
                  <c:v>0.33622380838575999</c:v>
                </c:pt>
                <c:pt idx="858">
                  <c:v>0.335717681120415</c:v>
                </c:pt>
                <c:pt idx="859">
                  <c:v>0.33521155385507001</c:v>
                </c:pt>
                <c:pt idx="860">
                  <c:v>0.33470542658972602</c:v>
                </c:pt>
                <c:pt idx="861">
                  <c:v>0.33420981305949798</c:v>
                </c:pt>
                <c:pt idx="862">
                  <c:v>0.33374067548546299</c:v>
                </c:pt>
                <c:pt idx="863">
                  <c:v>0.33327153791142899</c:v>
                </c:pt>
                <c:pt idx="864">
                  <c:v>0.332802400337394</c:v>
                </c:pt>
                <c:pt idx="865">
                  <c:v>0.33233326276336</c:v>
                </c:pt>
                <c:pt idx="866">
                  <c:v>0.33186412518932501</c:v>
                </c:pt>
                <c:pt idx="867">
                  <c:v>0.33139498761529101</c:v>
                </c:pt>
                <c:pt idx="868">
                  <c:v>0.33092585004125602</c:v>
                </c:pt>
                <c:pt idx="869">
                  <c:v>0.33045671246722103</c:v>
                </c:pt>
                <c:pt idx="870">
                  <c:v>0.32998757489318697</c:v>
                </c:pt>
                <c:pt idx="871">
                  <c:v>0.32951843731915198</c:v>
                </c:pt>
                <c:pt idx="872">
                  <c:v>0.32904929974511798</c:v>
                </c:pt>
                <c:pt idx="873">
                  <c:v>0.32858016217108299</c:v>
                </c:pt>
                <c:pt idx="874">
                  <c:v>0.32811102459704899</c:v>
                </c:pt>
                <c:pt idx="875">
                  <c:v>0.32769310222481701</c:v>
                </c:pt>
                <c:pt idx="876">
                  <c:v>0.32731220720777099</c:v>
                </c:pt>
                <c:pt idx="877">
                  <c:v>0.32693131219072502</c:v>
                </c:pt>
                <c:pt idx="878">
                  <c:v>0.326550417173679</c:v>
                </c:pt>
                <c:pt idx="879">
                  <c:v>0.32616952215663197</c:v>
                </c:pt>
                <c:pt idx="880">
                  <c:v>0.32578862713958601</c:v>
                </c:pt>
                <c:pt idx="881">
                  <c:v>0.32540773212253998</c:v>
                </c:pt>
                <c:pt idx="882">
                  <c:v>0.32502683710549402</c:v>
                </c:pt>
                <c:pt idx="883">
                  <c:v>0.32464594208844699</c:v>
                </c:pt>
                <c:pt idx="884">
                  <c:v>0.32426504707140102</c:v>
                </c:pt>
                <c:pt idx="885">
                  <c:v>0.323884152054355</c:v>
                </c:pt>
                <c:pt idx="886">
                  <c:v>0.32350325703730798</c:v>
                </c:pt>
                <c:pt idx="887">
                  <c:v>0.32312236202026201</c:v>
                </c:pt>
                <c:pt idx="888">
                  <c:v>0.32274146700321599</c:v>
                </c:pt>
                <c:pt idx="889">
                  <c:v>0.32236057198617002</c:v>
                </c:pt>
                <c:pt idx="890">
                  <c:v>0.321979676969123</c:v>
                </c:pt>
                <c:pt idx="891">
                  <c:v>0.32159878195207697</c:v>
                </c:pt>
                <c:pt idx="892">
                  <c:v>0.32125293294026602</c:v>
                </c:pt>
                <c:pt idx="893">
                  <c:v>0.32112392011123703</c:v>
                </c:pt>
                <c:pt idx="894">
                  <c:v>0.32099490728220897</c:v>
                </c:pt>
                <c:pt idx="895">
                  <c:v>0.32086589445317998</c:v>
                </c:pt>
                <c:pt idx="896">
                  <c:v>0.32073688162415198</c:v>
                </c:pt>
                <c:pt idx="897">
                  <c:v>0.32060786879512299</c:v>
                </c:pt>
                <c:pt idx="898">
                  <c:v>0.32047885596609399</c:v>
                </c:pt>
                <c:pt idx="899">
                  <c:v>0.32034984313706599</c:v>
                </c:pt>
                <c:pt idx="900">
                  <c:v>0.320220830308037</c:v>
                </c:pt>
                <c:pt idx="901">
                  <c:v>0.320091817479009</c:v>
                </c:pt>
                <c:pt idx="902">
                  <c:v>0.31996280464998</c:v>
                </c:pt>
                <c:pt idx="903">
                  <c:v>0.31983379182095201</c:v>
                </c:pt>
                <c:pt idx="904">
                  <c:v>0.31970477899192301</c:v>
                </c:pt>
                <c:pt idx="905">
                  <c:v>0.31957576616289401</c:v>
                </c:pt>
                <c:pt idx="906">
                  <c:v>0.31955648666666597</c:v>
                </c:pt>
                <c:pt idx="907">
                  <c:v>0.31955648666666597</c:v>
                </c:pt>
                <c:pt idx="908">
                  <c:v>0.31955648666666597</c:v>
                </c:pt>
                <c:pt idx="909">
                  <c:v>0.31955648666666597</c:v>
                </c:pt>
                <c:pt idx="910">
                  <c:v>0.31955648666666597</c:v>
                </c:pt>
                <c:pt idx="911">
                  <c:v>0.31955648666666597</c:v>
                </c:pt>
                <c:pt idx="912">
                  <c:v>0.31955648666666597</c:v>
                </c:pt>
                <c:pt idx="913">
                  <c:v>0.31955648666666597</c:v>
                </c:pt>
                <c:pt idx="914">
                  <c:v>0.31955648666666597</c:v>
                </c:pt>
                <c:pt idx="915">
                  <c:v>0.31955648666666597</c:v>
                </c:pt>
                <c:pt idx="916">
                  <c:v>0.31955648666666597</c:v>
                </c:pt>
                <c:pt idx="917">
                  <c:v>0.31955648666666597</c:v>
                </c:pt>
                <c:pt idx="918">
                  <c:v>0.31955648666666597</c:v>
                </c:pt>
                <c:pt idx="919">
                  <c:v>0.31955648666666597</c:v>
                </c:pt>
                <c:pt idx="920">
                  <c:v>0.31955648666666597</c:v>
                </c:pt>
                <c:pt idx="921">
                  <c:v>0.31955648666666597</c:v>
                </c:pt>
                <c:pt idx="922">
                  <c:v>0.31955648666666597</c:v>
                </c:pt>
                <c:pt idx="923">
                  <c:v>0.31955648666666597</c:v>
                </c:pt>
                <c:pt idx="924">
                  <c:v>0.31955648666666597</c:v>
                </c:pt>
                <c:pt idx="925">
                  <c:v>0.31955648666666597</c:v>
                </c:pt>
                <c:pt idx="926">
                  <c:v>0.31955648666666597</c:v>
                </c:pt>
                <c:pt idx="927">
                  <c:v>0.31955648666666597</c:v>
                </c:pt>
                <c:pt idx="928">
                  <c:v>0.31955648666666597</c:v>
                </c:pt>
                <c:pt idx="929">
                  <c:v>0.31955648666666597</c:v>
                </c:pt>
                <c:pt idx="930">
                  <c:v>0.31955648666666597</c:v>
                </c:pt>
                <c:pt idx="931">
                  <c:v>0.31955648666666597</c:v>
                </c:pt>
                <c:pt idx="932">
                  <c:v>0.31955648666666597</c:v>
                </c:pt>
                <c:pt idx="933">
                  <c:v>0.31955648666666597</c:v>
                </c:pt>
                <c:pt idx="934">
                  <c:v>0.319642668096077</c:v>
                </c:pt>
                <c:pt idx="935">
                  <c:v>0.31978340936513799</c:v>
                </c:pt>
                <c:pt idx="936">
                  <c:v>0.31992415063419899</c:v>
                </c:pt>
                <c:pt idx="937">
                  <c:v>0.32006489190325998</c:v>
                </c:pt>
                <c:pt idx="938">
                  <c:v>0.32020563317232098</c:v>
                </c:pt>
                <c:pt idx="939">
                  <c:v>0.32034637444138198</c:v>
                </c:pt>
                <c:pt idx="940">
                  <c:v>0.32048711571044303</c:v>
                </c:pt>
                <c:pt idx="941">
                  <c:v>0.32062785697950502</c:v>
                </c:pt>
                <c:pt idx="942">
                  <c:v>0.32076859824856602</c:v>
                </c:pt>
                <c:pt idx="943">
                  <c:v>0.32090933951762701</c:v>
                </c:pt>
                <c:pt idx="944">
                  <c:v>0.32105008078668801</c:v>
                </c:pt>
                <c:pt idx="945">
                  <c:v>0.321190822055749</c:v>
                </c:pt>
                <c:pt idx="946">
                  <c:v>0.32133156332481</c:v>
                </c:pt>
                <c:pt idx="947">
                  <c:v>0.32147230459387199</c:v>
                </c:pt>
                <c:pt idx="948">
                  <c:v>0.32161304586293299</c:v>
                </c:pt>
                <c:pt idx="949">
                  <c:v>0.32175378713199398</c:v>
                </c:pt>
                <c:pt idx="950">
                  <c:v>0.32189452840105498</c:v>
                </c:pt>
                <c:pt idx="951">
                  <c:v>0.32203526967011598</c:v>
                </c:pt>
                <c:pt idx="952">
                  <c:v>0.32223960939573498</c:v>
                </c:pt>
                <c:pt idx="953">
                  <c:v>0.32256710349907403</c:v>
                </c:pt>
                <c:pt idx="954">
                  <c:v>0.32289459760241201</c:v>
                </c:pt>
                <c:pt idx="955">
                  <c:v>0.32322209170575</c:v>
                </c:pt>
                <c:pt idx="956">
                  <c:v>0.32354958580908899</c:v>
                </c:pt>
                <c:pt idx="957">
                  <c:v>0.32387707991242698</c:v>
                </c:pt>
                <c:pt idx="958">
                  <c:v>0.32420457401576602</c:v>
                </c:pt>
                <c:pt idx="959">
                  <c:v>0.32453206811910401</c:v>
                </c:pt>
                <c:pt idx="960">
                  <c:v>0.324859562222442</c:v>
                </c:pt>
                <c:pt idx="961">
                  <c:v>0.32518705632578099</c:v>
                </c:pt>
                <c:pt idx="962">
                  <c:v>0.32551455042911898</c:v>
                </c:pt>
                <c:pt idx="963">
                  <c:v>0.32584204453245802</c:v>
                </c:pt>
                <c:pt idx="964">
                  <c:v>0.32616953863579601</c:v>
                </c:pt>
                <c:pt idx="965">
                  <c:v>0.326497032739134</c:v>
                </c:pt>
                <c:pt idx="966">
                  <c:v>0.32682452684247298</c:v>
                </c:pt>
                <c:pt idx="967">
                  <c:v>0.32715202094581097</c:v>
                </c:pt>
                <c:pt idx="968">
                  <c:v>0.32747951504915002</c:v>
                </c:pt>
                <c:pt idx="969">
                  <c:v>0.327807009152488</c:v>
                </c:pt>
                <c:pt idx="970">
                  <c:v>0.32813450325582599</c:v>
                </c:pt>
                <c:pt idx="971">
                  <c:v>0.32846199735916498</c:v>
                </c:pt>
                <c:pt idx="972">
                  <c:v>0.32878949146250303</c:v>
                </c:pt>
                <c:pt idx="973">
                  <c:v>0.32911698556584201</c:v>
                </c:pt>
                <c:pt idx="974">
                  <c:v>0.32944232855089201</c:v>
                </c:pt>
                <c:pt idx="975">
                  <c:v>0.32976694148885699</c:v>
                </c:pt>
                <c:pt idx="976">
                  <c:v>0.33009155442682098</c:v>
                </c:pt>
                <c:pt idx="977">
                  <c:v>0.33041616736478502</c:v>
                </c:pt>
                <c:pt idx="978">
                  <c:v>0.330740780302749</c:v>
                </c:pt>
                <c:pt idx="979">
                  <c:v>0.33106539324071399</c:v>
                </c:pt>
                <c:pt idx="980">
                  <c:v>0.33139000617867798</c:v>
                </c:pt>
                <c:pt idx="981">
                  <c:v>0.33171461911664202</c:v>
                </c:pt>
                <c:pt idx="982">
                  <c:v>0.332039232054607</c:v>
                </c:pt>
                <c:pt idx="983">
                  <c:v>0.33236384499257099</c:v>
                </c:pt>
                <c:pt idx="984">
                  <c:v>0.33268845793053498</c:v>
                </c:pt>
                <c:pt idx="985">
                  <c:v>0.33301307086849902</c:v>
                </c:pt>
                <c:pt idx="986">
                  <c:v>0.333337683806464</c:v>
                </c:pt>
                <c:pt idx="987">
                  <c:v>0.33366229674442799</c:v>
                </c:pt>
                <c:pt idx="988">
                  <c:v>0.33398690968239197</c:v>
                </c:pt>
                <c:pt idx="989">
                  <c:v>0.33431152262035702</c:v>
                </c:pt>
                <c:pt idx="990">
                  <c:v>0.334636135558321</c:v>
                </c:pt>
                <c:pt idx="991">
                  <c:v>0.33496074849628499</c:v>
                </c:pt>
                <c:pt idx="992">
                  <c:v>0.33528536143424997</c:v>
                </c:pt>
                <c:pt idx="993">
                  <c:v>0.33560997437221401</c:v>
                </c:pt>
                <c:pt idx="994">
                  <c:v>0.335934587310178</c:v>
                </c:pt>
                <c:pt idx="995">
                  <c:v>0.33625920024814199</c:v>
                </c:pt>
                <c:pt idx="996">
                  <c:v>0.33658381318610697</c:v>
                </c:pt>
                <c:pt idx="997">
                  <c:v>0.33690842612407101</c:v>
                </c:pt>
                <c:pt idx="998">
                  <c:v>0.337233039062035</c:v>
                </c:pt>
                <c:pt idx="999">
                  <c:v>0.33755765199999999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BB7-4B6B-BE0A-73444D363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1394064"/>
        <c:axId val="741413264"/>
      </c:scatterChart>
      <c:valAx>
        <c:axId val="741394064"/>
        <c:scaling>
          <c:orientation val="minMax"/>
          <c:max val="1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200" b="1"/>
                  <a:t>r [</a:t>
                </a:r>
                <a:r>
                  <a:rPr lang="en-US" sz="1200" b="1" i="0" u="none" strike="noStrike" baseline="0">
                    <a:effectLst/>
                  </a:rPr>
                  <a:t>Å</a:t>
                </a:r>
                <a:r>
                  <a:rPr lang="en-US" sz="1200" b="1"/>
                  <a:t>]</a:t>
                </a:r>
              </a:p>
            </c:rich>
          </c:tx>
          <c:layout>
            <c:manualLayout>
              <c:xMode val="edge"/>
              <c:yMode val="edge"/>
              <c:x val="0.48479612777125475"/>
              <c:y val="0.9302324368596486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41413264"/>
        <c:crosses val="autoZero"/>
        <c:crossBetween val="midCat"/>
      </c:valAx>
      <c:valAx>
        <c:axId val="741413264"/>
        <c:scaling>
          <c:orientation val="minMax"/>
          <c:max val="1.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200" b="1"/>
                  <a:t>g(r)</a:t>
                </a:r>
              </a:p>
            </c:rich>
          </c:tx>
          <c:layout>
            <c:manualLayout>
              <c:xMode val="edge"/>
              <c:yMode val="edge"/>
              <c:x val="8.7545878675537609E-3"/>
              <c:y val="0.430741040020728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41394064"/>
        <c:crossesAt val="0"/>
        <c:crossBetween val="midCat"/>
      </c:valAx>
      <c:spPr>
        <a:noFill/>
        <a:ln w="12700"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63932114318265931"/>
          <c:y val="0.26910270024376531"/>
          <c:w val="0.29483466533972519"/>
          <c:h val="0.247668089095690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5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8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7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38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3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9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9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4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6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1E899-C995-4856-B5FD-E7B011B05AD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183A0-2CD7-4E22-9B9E-816247143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4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D71E3CC-7F2D-0956-BE0E-321AE68ED8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9257979"/>
              </p:ext>
            </p:extLst>
          </p:nvPr>
        </p:nvGraphicFramePr>
        <p:xfrm>
          <a:off x="3843866" y="135466"/>
          <a:ext cx="8144934" cy="6265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91B4F779-0C07-40CF-8708-1E14B28A96AE}"/>
              </a:ext>
            </a:extLst>
          </p:cNvPr>
          <p:cNvSpPr/>
          <p:nvPr/>
        </p:nvSpPr>
        <p:spPr>
          <a:xfrm>
            <a:off x="2658534" y="8144933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6789B3-5484-493A-8EA0-DD5C7EDEE7F1}"/>
              </a:ext>
            </a:extLst>
          </p:cNvPr>
          <p:cNvSpPr/>
          <p:nvPr/>
        </p:nvSpPr>
        <p:spPr>
          <a:xfrm>
            <a:off x="2985515" y="5710428"/>
            <a:ext cx="2295144" cy="2295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9733A8-E26B-4CAF-880E-1EBD1E4F39A6}"/>
              </a:ext>
            </a:extLst>
          </p:cNvPr>
          <p:cNvSpPr/>
          <p:nvPr/>
        </p:nvSpPr>
        <p:spPr>
          <a:xfrm>
            <a:off x="3410796" y="8679011"/>
            <a:ext cx="2295144" cy="2295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0E396C-B636-47D3-9663-BBD15300CDFA}"/>
              </a:ext>
            </a:extLst>
          </p:cNvPr>
          <p:cNvSpPr/>
          <p:nvPr/>
        </p:nvSpPr>
        <p:spPr>
          <a:xfrm>
            <a:off x="694266" y="8869172"/>
            <a:ext cx="2295144" cy="2295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606BA2-D4C4-4DCE-BA0B-132715D69CC0}"/>
              </a:ext>
            </a:extLst>
          </p:cNvPr>
          <p:cNvSpPr/>
          <p:nvPr/>
        </p:nvSpPr>
        <p:spPr>
          <a:xfrm>
            <a:off x="5080002" y="778154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9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3</cp:revision>
  <dcterms:created xsi:type="dcterms:W3CDTF">2025-10-15T22:38:59Z</dcterms:created>
  <dcterms:modified xsi:type="dcterms:W3CDTF">2025-10-15T23:20:36Z</dcterms:modified>
</cp:coreProperties>
</file>