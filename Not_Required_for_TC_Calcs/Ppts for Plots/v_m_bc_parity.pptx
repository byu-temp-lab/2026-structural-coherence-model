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3DF4CB-DC08-69EE-C6F3-D4CE9174D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7974"/>
            <a:ext cx="13889038" cy="1051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6447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21</cp:revision>
  <dcterms:created xsi:type="dcterms:W3CDTF">2025-07-21T18:17:02Z</dcterms:created>
  <dcterms:modified xsi:type="dcterms:W3CDTF">2025-11-04T20:37:16Z</dcterms:modified>
</cp:coreProperties>
</file>